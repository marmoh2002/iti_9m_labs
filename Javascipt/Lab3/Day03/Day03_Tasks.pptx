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530" r:id="rId2"/>
    <p:sldId id="544" r:id="rId3"/>
    <p:sldId id="545" r:id="rId4"/>
    <p:sldId id="546" r:id="rId5"/>
    <p:sldId id="54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01F9E-16E0-486A-B4F8-A1E47142A447}"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23312-39F7-42DE-A7D2-BF784E858EE1}" type="slidenum">
              <a:rPr lang="en-US" smtClean="0"/>
              <a:t>‹#›</a:t>
            </a:fld>
            <a:endParaRPr lang="en-US"/>
          </a:p>
        </p:txBody>
      </p:sp>
    </p:spTree>
    <p:extLst>
      <p:ext uri="{BB962C8B-B14F-4D97-AF65-F5344CB8AC3E}">
        <p14:creationId xmlns:p14="http://schemas.microsoft.com/office/powerpoint/2010/main" val="3013962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BA30AC7-F799-4000-ABAA-8C93C2606285}"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a:t>
            </a:fld>
            <a:endParaRPr kumimoji="0" lang="en-US"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390708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5873" y="157387"/>
            <a:ext cx="4457435" cy="472859"/>
          </a:xfrm>
          <a:prstGeom prst="rect">
            <a:avLst/>
          </a:prstGeom>
        </p:spPr>
        <p:txBody>
          <a:bodyPr wrap="square" lIns="0" tIns="0" rIns="0" bIns="0">
            <a:spAutoFit/>
          </a:bodyPr>
          <a:lstStyle>
            <a:lvl1pPr>
              <a:defRPr sz="3002" b="1" i="0">
                <a:solidFill>
                  <a:srgbClr val="FAFBFB"/>
                </a:solidFill>
                <a:latin typeface="Calibri"/>
                <a:cs typeface="Calibri"/>
              </a:defRPr>
            </a:lvl1pPr>
          </a:lstStyle>
          <a:p>
            <a:endParaRPr/>
          </a:p>
        </p:txBody>
      </p:sp>
      <p:sp>
        <p:nvSpPr>
          <p:cNvPr id="3" name="Holder 3"/>
          <p:cNvSpPr>
            <a:spLocks noGrp="1"/>
          </p:cNvSpPr>
          <p:nvPr>
            <p:ph type="subTitle" idx="4"/>
          </p:nvPr>
        </p:nvSpPr>
        <p:spPr>
          <a:xfrm>
            <a:off x="4024449" y="4139451"/>
            <a:ext cx="4092754" cy="1234516"/>
          </a:xfrm>
          <a:prstGeom prst="rect">
            <a:avLst/>
          </a:prstGeom>
        </p:spPr>
        <p:txBody>
          <a:bodyPr wrap="square" lIns="0" tIns="0" rIns="0" bIns="0">
            <a:spAutoFit/>
          </a:bodyPr>
          <a:lstStyle>
            <a:lvl1pPr>
              <a:defRPr sz="8004" b="0" i="0">
                <a:solidFill>
                  <a:srgbClr val="44444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51590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type="body" idx="1"/>
          </p:nvPr>
        </p:nvSpPr>
        <p:spPr>
          <a:xfrm>
            <a:off x="5756193" y="1796924"/>
            <a:ext cx="5755964" cy="200696"/>
          </a:xfrm>
        </p:spPr>
        <p:txBody>
          <a:bodyPr lIns="0" tIns="0" rIns="0" bIns="0"/>
          <a:lstStyle>
            <a:lvl1pPr>
              <a:defRPr sz="1304" b="0" i="0">
                <a:solidFill>
                  <a:srgbClr val="44444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94717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sz="half" idx="2"/>
          </p:nvPr>
        </p:nvSpPr>
        <p:spPr>
          <a:xfrm>
            <a:off x="953545" y="2001466"/>
            <a:ext cx="4600689" cy="214674"/>
          </a:xfrm>
          <a:prstGeom prst="rect">
            <a:avLst/>
          </a:prstGeom>
        </p:spPr>
        <p:txBody>
          <a:bodyPr wrap="square" lIns="0" tIns="0" rIns="0" bIns="0">
            <a:spAutoFit/>
          </a:bodyPr>
          <a:lstStyle>
            <a:lvl1pPr>
              <a:defRPr sz="1395" b="0" i="0">
                <a:solidFill>
                  <a:srgbClr val="444444"/>
                </a:solidFill>
                <a:latin typeface="Arial"/>
                <a:cs typeface="Arial"/>
              </a:defRPr>
            </a:lvl1pPr>
          </a:lstStyle>
          <a:p>
            <a:endParaRPr/>
          </a:p>
        </p:txBody>
      </p:sp>
      <p:sp>
        <p:nvSpPr>
          <p:cNvPr id="4" name="Holder 4"/>
          <p:cNvSpPr>
            <a:spLocks noGrp="1"/>
          </p:cNvSpPr>
          <p:nvPr>
            <p:ph sz="half" idx="3"/>
          </p:nvPr>
        </p:nvSpPr>
        <p:spPr>
          <a:xfrm>
            <a:off x="6605181" y="1373205"/>
            <a:ext cx="4912999" cy="261290"/>
          </a:xfrm>
          <a:prstGeom prst="rect">
            <a:avLst/>
          </a:prstGeom>
        </p:spPr>
        <p:txBody>
          <a:bodyPr wrap="square" lIns="0" tIns="0" rIns="0" bIns="0">
            <a:spAutoFit/>
          </a:bodyPr>
          <a:lstStyle>
            <a:lvl1pPr>
              <a:defRPr sz="1698" b="1" i="0">
                <a:solidFill>
                  <a:srgbClr val="444444"/>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69810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97537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28623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7F7F7"/>
          </a:solidFill>
        </p:spPr>
        <p:txBody>
          <a:bodyPr wrap="square" lIns="0" tIns="0" rIns="0" bIns="0" rtlCol="0"/>
          <a:lstStyle/>
          <a:p>
            <a:endParaRPr sz="1092"/>
          </a:p>
        </p:txBody>
      </p:sp>
      <p:sp>
        <p:nvSpPr>
          <p:cNvPr id="2" name="Holder 2"/>
          <p:cNvSpPr>
            <a:spLocks noGrp="1"/>
          </p:cNvSpPr>
          <p:nvPr>
            <p:ph type="title"/>
          </p:nvPr>
        </p:nvSpPr>
        <p:spPr>
          <a:xfrm>
            <a:off x="365873" y="178023"/>
            <a:ext cx="6704830" cy="761747"/>
          </a:xfrm>
          <a:prstGeom prst="rect">
            <a:avLst/>
          </a:prstGeom>
        </p:spPr>
        <p:txBody>
          <a:bodyPr wrap="square" lIns="0" tIns="0" rIns="0" bIns="0">
            <a:spAutoFit/>
          </a:bodyPr>
          <a:lstStyle>
            <a:lvl1pPr>
              <a:defRPr sz="4950" b="1" i="0">
                <a:solidFill>
                  <a:srgbClr val="FAFBFB"/>
                </a:solidFill>
                <a:latin typeface="Calibri"/>
                <a:cs typeface="Calibri"/>
              </a:defRPr>
            </a:lvl1pPr>
          </a:lstStyle>
          <a:p>
            <a:endParaRPr/>
          </a:p>
        </p:txBody>
      </p:sp>
      <p:sp>
        <p:nvSpPr>
          <p:cNvPr id="3" name="Holder 3"/>
          <p:cNvSpPr>
            <a:spLocks noGrp="1"/>
          </p:cNvSpPr>
          <p:nvPr>
            <p:ph type="body" idx="1"/>
          </p:nvPr>
        </p:nvSpPr>
        <p:spPr>
          <a:xfrm>
            <a:off x="5756193" y="1796924"/>
            <a:ext cx="5755964" cy="330860"/>
          </a:xfrm>
          <a:prstGeom prst="rect">
            <a:avLst/>
          </a:prstGeom>
        </p:spPr>
        <p:txBody>
          <a:bodyPr wrap="square" lIns="0" tIns="0" rIns="0" bIns="0">
            <a:spAutoFit/>
          </a:bodyPr>
          <a:lstStyle>
            <a:lvl1pPr>
              <a:defRPr sz="2150" b="0" i="0">
                <a:solidFill>
                  <a:srgbClr val="444444"/>
                </a:solidFill>
                <a:latin typeface="Arial"/>
                <a:cs typeface="Arial"/>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12/9/2025</a:t>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61390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4953196" y="0"/>
            <a:ext cx="7238376" cy="6857519"/>
          </a:xfrm>
          <a:prstGeom prst="rect">
            <a:avLst/>
          </a:prstGeom>
        </p:spPr>
      </p:pic>
      <p:pic>
        <p:nvPicPr>
          <p:cNvPr id="7" name="object 7"/>
          <p:cNvPicPr/>
          <p:nvPr/>
        </p:nvPicPr>
        <p:blipFill>
          <a:blip r:embed="rId4" cstate="print"/>
          <a:stretch>
            <a:fillRect/>
          </a:stretch>
        </p:blipFill>
        <p:spPr>
          <a:xfrm>
            <a:off x="11230579" y="5891979"/>
            <a:ext cx="703018" cy="703018"/>
          </a:xfrm>
          <a:prstGeom prst="rect">
            <a:avLst/>
          </a:prstGeom>
        </p:spPr>
      </p:pic>
      <p:sp>
        <p:nvSpPr>
          <p:cNvPr id="16" name="object 2">
            <a:extLst>
              <a:ext uri="{FF2B5EF4-FFF2-40B4-BE49-F238E27FC236}">
                <a16:creationId xmlns:a16="http://schemas.microsoft.com/office/drawing/2014/main" id="{0B67AF2F-9EBF-2DF7-CA09-3BA8F845630F}"/>
              </a:ext>
            </a:extLst>
          </p:cNvPr>
          <p:cNvSpPr txBox="1">
            <a:spLocks/>
          </p:cNvSpPr>
          <p:nvPr/>
        </p:nvSpPr>
        <p:spPr>
          <a:xfrm>
            <a:off x="7444259" y="3222677"/>
            <a:ext cx="3180635" cy="754651"/>
          </a:xfrm>
          <a:prstGeom prst="rect">
            <a:avLst/>
          </a:prstGeom>
        </p:spPr>
        <p:txBody>
          <a:bodyPr vert="horz" wrap="square" lIns="0" tIns="8086" rIns="0" bIns="0" rtlCol="0">
            <a:spAutoFit/>
          </a:bodyPr>
          <a:lstStyle>
            <a:lvl1pPr>
              <a:defRPr>
                <a:latin typeface="+mj-lt"/>
                <a:ea typeface="+mj-ea"/>
                <a:cs typeface="+mj-cs"/>
              </a:defRPr>
            </a:lvl1pPr>
          </a:lstStyle>
          <a:p>
            <a:pPr marL="497502" defTabSz="554492">
              <a:spcBef>
                <a:spcPts val="64"/>
              </a:spcBef>
            </a:pPr>
            <a:r>
              <a:rPr lang="en-US" sz="4851" kern="0" spc="-3" dirty="0">
                <a:solidFill>
                  <a:srgbClr val="FFFF00"/>
                </a:solidFill>
                <a:latin typeface="Berlin Sans FB" panose="020E0602020502020306" pitchFamily="34" charset="0"/>
              </a:rPr>
              <a:t>JavaScript</a:t>
            </a:r>
            <a:endParaRPr lang="en-US" sz="4851" kern="0" dirty="0">
              <a:solidFill>
                <a:srgbClr val="FFFF00"/>
              </a:solidFill>
              <a:latin typeface="Berlin Sans FB" panose="020E0602020502020306" pitchFamily="34" charset="0"/>
            </a:endParaRPr>
          </a:p>
        </p:txBody>
      </p:sp>
      <p:pic>
        <p:nvPicPr>
          <p:cNvPr id="17" name="object 3">
            <a:extLst>
              <a:ext uri="{FF2B5EF4-FFF2-40B4-BE49-F238E27FC236}">
                <a16:creationId xmlns:a16="http://schemas.microsoft.com/office/drawing/2014/main" id="{4824293C-F79A-D5A7-55AB-6FF401F38307}"/>
              </a:ext>
            </a:extLst>
          </p:cNvPr>
          <p:cNvPicPr/>
          <p:nvPr/>
        </p:nvPicPr>
        <p:blipFill>
          <a:blip r:embed="rId5" cstate="print"/>
          <a:stretch>
            <a:fillRect/>
          </a:stretch>
        </p:blipFill>
        <p:spPr>
          <a:xfrm>
            <a:off x="7323869" y="3510017"/>
            <a:ext cx="780064" cy="680794"/>
          </a:xfrm>
          <a:prstGeom prst="rect">
            <a:avLst/>
          </a:prstGeom>
        </p:spPr>
      </p:pic>
      <p:pic>
        <p:nvPicPr>
          <p:cNvPr id="18" name="object 4">
            <a:extLst>
              <a:ext uri="{FF2B5EF4-FFF2-40B4-BE49-F238E27FC236}">
                <a16:creationId xmlns:a16="http://schemas.microsoft.com/office/drawing/2014/main" id="{E3DA42C4-EB3E-EACC-E514-83DB3F75A94D}"/>
              </a:ext>
            </a:extLst>
          </p:cNvPr>
          <p:cNvPicPr/>
          <p:nvPr/>
        </p:nvPicPr>
        <p:blipFill>
          <a:blip r:embed="rId6" cstate="print"/>
          <a:stretch>
            <a:fillRect/>
          </a:stretch>
        </p:blipFill>
        <p:spPr>
          <a:xfrm>
            <a:off x="10343969" y="2681101"/>
            <a:ext cx="731700" cy="375438"/>
          </a:xfrm>
          <a:prstGeom prst="rect">
            <a:avLst/>
          </a:prstGeom>
        </p:spPr>
      </p:pic>
      <p:sp>
        <p:nvSpPr>
          <p:cNvPr id="19" name="object 5">
            <a:extLst>
              <a:ext uri="{FF2B5EF4-FFF2-40B4-BE49-F238E27FC236}">
                <a16:creationId xmlns:a16="http://schemas.microsoft.com/office/drawing/2014/main" id="{6E8F8721-7DA8-0CA5-41DE-45A603C770EF}"/>
              </a:ext>
            </a:extLst>
          </p:cNvPr>
          <p:cNvSpPr/>
          <p:nvPr/>
        </p:nvSpPr>
        <p:spPr>
          <a:xfrm>
            <a:off x="7520752" y="3179374"/>
            <a:ext cx="1166360" cy="83174"/>
          </a:xfrm>
          <a:custGeom>
            <a:avLst/>
            <a:gdLst/>
            <a:ahLst/>
            <a:cxnLst/>
            <a:rect l="l" t="t" r="r" b="b"/>
            <a:pathLst>
              <a:path w="1923414" h="137160">
                <a:moveTo>
                  <a:pt x="6476" y="78739"/>
                </a:moveTo>
                <a:lnTo>
                  <a:pt x="0" y="87630"/>
                </a:lnTo>
                <a:lnTo>
                  <a:pt x="0" y="101600"/>
                </a:lnTo>
                <a:lnTo>
                  <a:pt x="6476" y="124460"/>
                </a:lnTo>
                <a:lnTo>
                  <a:pt x="12953" y="137160"/>
                </a:lnTo>
                <a:lnTo>
                  <a:pt x="19558" y="133350"/>
                </a:lnTo>
                <a:lnTo>
                  <a:pt x="34493" y="133350"/>
                </a:lnTo>
                <a:lnTo>
                  <a:pt x="39115" y="124460"/>
                </a:lnTo>
                <a:lnTo>
                  <a:pt x="130301" y="124460"/>
                </a:lnTo>
                <a:lnTo>
                  <a:pt x="130301" y="119380"/>
                </a:lnTo>
                <a:lnTo>
                  <a:pt x="136778" y="110489"/>
                </a:lnTo>
                <a:lnTo>
                  <a:pt x="215011" y="110489"/>
                </a:lnTo>
                <a:lnTo>
                  <a:pt x="215011" y="101600"/>
                </a:lnTo>
                <a:lnTo>
                  <a:pt x="221614" y="96520"/>
                </a:lnTo>
                <a:lnTo>
                  <a:pt x="446468" y="96520"/>
                </a:lnTo>
                <a:lnTo>
                  <a:pt x="449707" y="91439"/>
                </a:lnTo>
                <a:lnTo>
                  <a:pt x="26035" y="91439"/>
                </a:lnTo>
                <a:lnTo>
                  <a:pt x="19558" y="82550"/>
                </a:lnTo>
                <a:lnTo>
                  <a:pt x="6476" y="78739"/>
                </a:lnTo>
                <a:close/>
              </a:path>
              <a:path w="1923414" h="137160">
                <a:moveTo>
                  <a:pt x="34493" y="133350"/>
                </a:moveTo>
                <a:lnTo>
                  <a:pt x="19558" y="133350"/>
                </a:lnTo>
                <a:lnTo>
                  <a:pt x="32512" y="137160"/>
                </a:lnTo>
                <a:lnTo>
                  <a:pt x="34493" y="133350"/>
                </a:lnTo>
                <a:close/>
              </a:path>
              <a:path w="1923414" h="137160">
                <a:moveTo>
                  <a:pt x="123825" y="124460"/>
                </a:moveTo>
                <a:lnTo>
                  <a:pt x="84709" y="124460"/>
                </a:lnTo>
                <a:lnTo>
                  <a:pt x="84709" y="128270"/>
                </a:lnTo>
                <a:lnTo>
                  <a:pt x="91186" y="133350"/>
                </a:lnTo>
                <a:lnTo>
                  <a:pt x="97789" y="137160"/>
                </a:lnTo>
                <a:lnTo>
                  <a:pt x="104266" y="128270"/>
                </a:lnTo>
                <a:lnTo>
                  <a:pt x="123825" y="124460"/>
                </a:lnTo>
                <a:close/>
              </a:path>
              <a:path w="1923414" h="137160">
                <a:moveTo>
                  <a:pt x="65150" y="124460"/>
                </a:moveTo>
                <a:lnTo>
                  <a:pt x="39115" y="124460"/>
                </a:lnTo>
                <a:lnTo>
                  <a:pt x="45592" y="128270"/>
                </a:lnTo>
                <a:lnTo>
                  <a:pt x="45592" y="133350"/>
                </a:lnTo>
                <a:lnTo>
                  <a:pt x="52070" y="128270"/>
                </a:lnTo>
                <a:lnTo>
                  <a:pt x="65150" y="124460"/>
                </a:lnTo>
                <a:close/>
              </a:path>
              <a:path w="1923414" h="137160">
                <a:moveTo>
                  <a:pt x="130301" y="124460"/>
                </a:moveTo>
                <a:lnTo>
                  <a:pt x="123825" y="124460"/>
                </a:lnTo>
                <a:lnTo>
                  <a:pt x="117221" y="128270"/>
                </a:lnTo>
                <a:lnTo>
                  <a:pt x="130301" y="133350"/>
                </a:lnTo>
                <a:lnTo>
                  <a:pt x="130301" y="124460"/>
                </a:lnTo>
                <a:close/>
              </a:path>
              <a:path w="1923414" h="137160">
                <a:moveTo>
                  <a:pt x="215011" y="110489"/>
                </a:moveTo>
                <a:lnTo>
                  <a:pt x="136778" y="110489"/>
                </a:lnTo>
                <a:lnTo>
                  <a:pt x="143383" y="133350"/>
                </a:lnTo>
                <a:lnTo>
                  <a:pt x="149860" y="114300"/>
                </a:lnTo>
                <a:lnTo>
                  <a:pt x="212235" y="114300"/>
                </a:lnTo>
                <a:lnTo>
                  <a:pt x="215011" y="110489"/>
                </a:lnTo>
                <a:close/>
              </a:path>
              <a:path w="1923414" h="137160">
                <a:moveTo>
                  <a:pt x="175895" y="119380"/>
                </a:moveTo>
                <a:lnTo>
                  <a:pt x="162940" y="119380"/>
                </a:lnTo>
                <a:lnTo>
                  <a:pt x="169417" y="124460"/>
                </a:lnTo>
                <a:lnTo>
                  <a:pt x="169417" y="133350"/>
                </a:lnTo>
                <a:lnTo>
                  <a:pt x="175895" y="124460"/>
                </a:lnTo>
                <a:lnTo>
                  <a:pt x="175895" y="119380"/>
                </a:lnTo>
                <a:close/>
              </a:path>
              <a:path w="1923414" h="137160">
                <a:moveTo>
                  <a:pt x="212235" y="114300"/>
                </a:moveTo>
                <a:lnTo>
                  <a:pt x="149860" y="114300"/>
                </a:lnTo>
                <a:lnTo>
                  <a:pt x="156337" y="128270"/>
                </a:lnTo>
                <a:lnTo>
                  <a:pt x="156337" y="124460"/>
                </a:lnTo>
                <a:lnTo>
                  <a:pt x="162940" y="119380"/>
                </a:lnTo>
                <a:lnTo>
                  <a:pt x="208534" y="119380"/>
                </a:lnTo>
                <a:lnTo>
                  <a:pt x="212235" y="114300"/>
                </a:lnTo>
                <a:close/>
              </a:path>
              <a:path w="1923414" h="137160">
                <a:moveTo>
                  <a:pt x="195452" y="119380"/>
                </a:moveTo>
                <a:lnTo>
                  <a:pt x="175895" y="119380"/>
                </a:lnTo>
                <a:lnTo>
                  <a:pt x="182499" y="124460"/>
                </a:lnTo>
                <a:lnTo>
                  <a:pt x="182499" y="128270"/>
                </a:lnTo>
                <a:lnTo>
                  <a:pt x="195452" y="119380"/>
                </a:lnTo>
                <a:close/>
              </a:path>
              <a:path w="1923414" h="137160">
                <a:moveTo>
                  <a:pt x="397637" y="101600"/>
                </a:moveTo>
                <a:lnTo>
                  <a:pt x="241173" y="101600"/>
                </a:lnTo>
                <a:lnTo>
                  <a:pt x="241173" y="105410"/>
                </a:lnTo>
                <a:lnTo>
                  <a:pt x="234569" y="110489"/>
                </a:lnTo>
                <a:lnTo>
                  <a:pt x="228091" y="114300"/>
                </a:lnTo>
                <a:lnTo>
                  <a:pt x="228091" y="124460"/>
                </a:lnTo>
                <a:lnTo>
                  <a:pt x="241173" y="124460"/>
                </a:lnTo>
                <a:lnTo>
                  <a:pt x="247650" y="119380"/>
                </a:lnTo>
                <a:lnTo>
                  <a:pt x="254126" y="110489"/>
                </a:lnTo>
                <a:lnTo>
                  <a:pt x="289541" y="110489"/>
                </a:lnTo>
                <a:lnTo>
                  <a:pt x="293242" y="105410"/>
                </a:lnTo>
                <a:lnTo>
                  <a:pt x="397637" y="105410"/>
                </a:lnTo>
                <a:lnTo>
                  <a:pt x="397637" y="101600"/>
                </a:lnTo>
                <a:close/>
              </a:path>
              <a:path w="1923414" h="137160">
                <a:moveTo>
                  <a:pt x="289541" y="110489"/>
                </a:moveTo>
                <a:lnTo>
                  <a:pt x="286765" y="110489"/>
                </a:lnTo>
                <a:lnTo>
                  <a:pt x="286765" y="114300"/>
                </a:lnTo>
                <a:lnTo>
                  <a:pt x="289541" y="110489"/>
                </a:lnTo>
                <a:close/>
              </a:path>
              <a:path w="1923414" h="137160">
                <a:moveTo>
                  <a:pt x="446468" y="96520"/>
                </a:moveTo>
                <a:lnTo>
                  <a:pt x="221614" y="96520"/>
                </a:lnTo>
                <a:lnTo>
                  <a:pt x="221614" y="110489"/>
                </a:lnTo>
                <a:lnTo>
                  <a:pt x="228091" y="101600"/>
                </a:lnTo>
                <a:lnTo>
                  <a:pt x="443229" y="101600"/>
                </a:lnTo>
                <a:lnTo>
                  <a:pt x="446468" y="96520"/>
                </a:lnTo>
                <a:close/>
              </a:path>
              <a:path w="1923414" h="137160">
                <a:moveTo>
                  <a:pt x="384555" y="105410"/>
                </a:moveTo>
                <a:lnTo>
                  <a:pt x="299847" y="105410"/>
                </a:lnTo>
                <a:lnTo>
                  <a:pt x="293242" y="110489"/>
                </a:lnTo>
                <a:lnTo>
                  <a:pt x="364998" y="110489"/>
                </a:lnTo>
                <a:lnTo>
                  <a:pt x="384555" y="105410"/>
                </a:lnTo>
                <a:close/>
              </a:path>
              <a:path w="1923414" h="137160">
                <a:moveTo>
                  <a:pt x="221614" y="69850"/>
                </a:moveTo>
                <a:lnTo>
                  <a:pt x="169417" y="69850"/>
                </a:lnTo>
                <a:lnTo>
                  <a:pt x="123825" y="73660"/>
                </a:lnTo>
                <a:lnTo>
                  <a:pt x="104266" y="78739"/>
                </a:lnTo>
                <a:lnTo>
                  <a:pt x="91186" y="82550"/>
                </a:lnTo>
                <a:lnTo>
                  <a:pt x="527938" y="82550"/>
                </a:lnTo>
                <a:lnTo>
                  <a:pt x="534415" y="91439"/>
                </a:lnTo>
                <a:lnTo>
                  <a:pt x="547497" y="101600"/>
                </a:lnTo>
                <a:lnTo>
                  <a:pt x="560577" y="87630"/>
                </a:lnTo>
                <a:lnTo>
                  <a:pt x="664845" y="87630"/>
                </a:lnTo>
                <a:lnTo>
                  <a:pt x="671449" y="78739"/>
                </a:lnTo>
                <a:lnTo>
                  <a:pt x="753167" y="78739"/>
                </a:lnTo>
                <a:lnTo>
                  <a:pt x="762635" y="73660"/>
                </a:lnTo>
                <a:lnTo>
                  <a:pt x="247650" y="73660"/>
                </a:lnTo>
                <a:lnTo>
                  <a:pt x="221614" y="69850"/>
                </a:lnTo>
                <a:close/>
              </a:path>
              <a:path w="1923414" h="137160">
                <a:moveTo>
                  <a:pt x="514858" y="91439"/>
                </a:moveTo>
                <a:lnTo>
                  <a:pt x="456311" y="91439"/>
                </a:lnTo>
                <a:lnTo>
                  <a:pt x="495300" y="96520"/>
                </a:lnTo>
                <a:lnTo>
                  <a:pt x="514858" y="91439"/>
                </a:lnTo>
                <a:close/>
              </a:path>
              <a:path w="1923414" h="137160">
                <a:moveTo>
                  <a:pt x="567054" y="87630"/>
                </a:moveTo>
                <a:lnTo>
                  <a:pt x="560577" y="87630"/>
                </a:lnTo>
                <a:lnTo>
                  <a:pt x="560577" y="96520"/>
                </a:lnTo>
                <a:lnTo>
                  <a:pt x="567054" y="87630"/>
                </a:lnTo>
                <a:close/>
              </a:path>
              <a:path w="1923414" h="137160">
                <a:moveTo>
                  <a:pt x="573532" y="87630"/>
                </a:moveTo>
                <a:lnTo>
                  <a:pt x="567054" y="87630"/>
                </a:lnTo>
                <a:lnTo>
                  <a:pt x="573532" y="96520"/>
                </a:lnTo>
                <a:lnTo>
                  <a:pt x="573532" y="87630"/>
                </a:lnTo>
                <a:close/>
              </a:path>
              <a:path w="1923414" h="137160">
                <a:moveTo>
                  <a:pt x="664845" y="87630"/>
                </a:moveTo>
                <a:lnTo>
                  <a:pt x="606171" y="87630"/>
                </a:lnTo>
                <a:lnTo>
                  <a:pt x="606171" y="96520"/>
                </a:lnTo>
                <a:lnTo>
                  <a:pt x="612775" y="91439"/>
                </a:lnTo>
                <a:lnTo>
                  <a:pt x="671449" y="91439"/>
                </a:lnTo>
                <a:lnTo>
                  <a:pt x="664845" y="87630"/>
                </a:lnTo>
                <a:close/>
              </a:path>
              <a:path w="1923414" h="137160">
                <a:moveTo>
                  <a:pt x="753167" y="78739"/>
                </a:moveTo>
                <a:lnTo>
                  <a:pt x="671449" y="78739"/>
                </a:lnTo>
                <a:lnTo>
                  <a:pt x="677926" y="82550"/>
                </a:lnTo>
                <a:lnTo>
                  <a:pt x="677926" y="87630"/>
                </a:lnTo>
                <a:lnTo>
                  <a:pt x="684402" y="91439"/>
                </a:lnTo>
                <a:lnTo>
                  <a:pt x="697484" y="96520"/>
                </a:lnTo>
                <a:lnTo>
                  <a:pt x="736600" y="87630"/>
                </a:lnTo>
                <a:lnTo>
                  <a:pt x="753167" y="78739"/>
                </a:lnTo>
                <a:close/>
              </a:path>
              <a:path w="1923414" h="137160">
                <a:moveTo>
                  <a:pt x="91186" y="78739"/>
                </a:moveTo>
                <a:lnTo>
                  <a:pt x="52070" y="87630"/>
                </a:lnTo>
                <a:lnTo>
                  <a:pt x="39115" y="87630"/>
                </a:lnTo>
                <a:lnTo>
                  <a:pt x="26035" y="91439"/>
                </a:lnTo>
                <a:lnTo>
                  <a:pt x="521462" y="91439"/>
                </a:lnTo>
                <a:lnTo>
                  <a:pt x="527938" y="82550"/>
                </a:lnTo>
                <a:lnTo>
                  <a:pt x="91186" y="82550"/>
                </a:lnTo>
                <a:lnTo>
                  <a:pt x="91186" y="78739"/>
                </a:lnTo>
                <a:close/>
              </a:path>
              <a:path w="1923414" h="137160">
                <a:moveTo>
                  <a:pt x="606171" y="87630"/>
                </a:moveTo>
                <a:lnTo>
                  <a:pt x="586613" y="87630"/>
                </a:lnTo>
                <a:lnTo>
                  <a:pt x="593089" y="91439"/>
                </a:lnTo>
                <a:lnTo>
                  <a:pt x="606171" y="87630"/>
                </a:lnTo>
                <a:close/>
              </a:path>
              <a:path w="1923414" h="137160">
                <a:moveTo>
                  <a:pt x="1062609" y="73660"/>
                </a:moveTo>
                <a:lnTo>
                  <a:pt x="912622" y="73660"/>
                </a:lnTo>
                <a:lnTo>
                  <a:pt x="971296" y="82550"/>
                </a:lnTo>
                <a:lnTo>
                  <a:pt x="997330" y="87630"/>
                </a:lnTo>
                <a:lnTo>
                  <a:pt x="1023492" y="87630"/>
                </a:lnTo>
                <a:lnTo>
                  <a:pt x="1043051" y="82550"/>
                </a:lnTo>
                <a:lnTo>
                  <a:pt x="1062609" y="73660"/>
                </a:lnTo>
                <a:close/>
              </a:path>
              <a:path w="1923414" h="137160">
                <a:moveTo>
                  <a:pt x="260730" y="59689"/>
                </a:moveTo>
                <a:lnTo>
                  <a:pt x="254126" y="64770"/>
                </a:lnTo>
                <a:lnTo>
                  <a:pt x="247650" y="73660"/>
                </a:lnTo>
                <a:lnTo>
                  <a:pt x="762635" y="73660"/>
                </a:lnTo>
                <a:lnTo>
                  <a:pt x="769238" y="82550"/>
                </a:lnTo>
                <a:lnTo>
                  <a:pt x="782192" y="82550"/>
                </a:lnTo>
                <a:lnTo>
                  <a:pt x="795274" y="78739"/>
                </a:lnTo>
                <a:lnTo>
                  <a:pt x="801751" y="69850"/>
                </a:lnTo>
                <a:lnTo>
                  <a:pt x="260730" y="69850"/>
                </a:lnTo>
                <a:lnTo>
                  <a:pt x="260730" y="59689"/>
                </a:lnTo>
                <a:close/>
              </a:path>
              <a:path w="1923414" h="137160">
                <a:moveTo>
                  <a:pt x="1069086" y="69850"/>
                </a:moveTo>
                <a:lnTo>
                  <a:pt x="801751" y="69850"/>
                </a:lnTo>
                <a:lnTo>
                  <a:pt x="827913" y="78739"/>
                </a:lnTo>
                <a:lnTo>
                  <a:pt x="860425" y="82550"/>
                </a:lnTo>
                <a:lnTo>
                  <a:pt x="873505" y="73660"/>
                </a:lnTo>
                <a:lnTo>
                  <a:pt x="1062609" y="73660"/>
                </a:lnTo>
                <a:lnTo>
                  <a:pt x="1069086" y="69850"/>
                </a:lnTo>
                <a:close/>
              </a:path>
              <a:path w="1923414" h="137160">
                <a:moveTo>
                  <a:pt x="893063" y="73660"/>
                </a:moveTo>
                <a:lnTo>
                  <a:pt x="873505" y="73660"/>
                </a:lnTo>
                <a:lnTo>
                  <a:pt x="873505" y="82550"/>
                </a:lnTo>
                <a:lnTo>
                  <a:pt x="893063" y="73660"/>
                </a:lnTo>
                <a:close/>
              </a:path>
              <a:path w="1923414" h="137160">
                <a:moveTo>
                  <a:pt x="319404" y="55880"/>
                </a:moveTo>
                <a:lnTo>
                  <a:pt x="312800" y="69850"/>
                </a:lnTo>
                <a:lnTo>
                  <a:pt x="1069086" y="69850"/>
                </a:lnTo>
                <a:lnTo>
                  <a:pt x="1069086" y="82550"/>
                </a:lnTo>
                <a:lnTo>
                  <a:pt x="1134364" y="73660"/>
                </a:lnTo>
                <a:lnTo>
                  <a:pt x="1271270" y="73660"/>
                </a:lnTo>
                <a:lnTo>
                  <a:pt x="1316863" y="64770"/>
                </a:lnTo>
                <a:lnTo>
                  <a:pt x="1382014" y="64770"/>
                </a:lnTo>
                <a:lnTo>
                  <a:pt x="1383900" y="59689"/>
                </a:lnTo>
                <a:lnTo>
                  <a:pt x="319404" y="59689"/>
                </a:lnTo>
                <a:lnTo>
                  <a:pt x="319404" y="55880"/>
                </a:lnTo>
                <a:close/>
              </a:path>
              <a:path w="1923414" h="137160">
                <a:moveTo>
                  <a:pt x="1147317" y="73660"/>
                </a:moveTo>
                <a:lnTo>
                  <a:pt x="1134364" y="73660"/>
                </a:lnTo>
                <a:lnTo>
                  <a:pt x="1134364" y="78739"/>
                </a:lnTo>
                <a:lnTo>
                  <a:pt x="1140840" y="78739"/>
                </a:lnTo>
                <a:lnTo>
                  <a:pt x="1147317" y="73660"/>
                </a:lnTo>
                <a:close/>
              </a:path>
              <a:path w="1923414" h="137160">
                <a:moveTo>
                  <a:pt x="1271270" y="73660"/>
                </a:moveTo>
                <a:lnTo>
                  <a:pt x="1219073" y="73660"/>
                </a:lnTo>
                <a:lnTo>
                  <a:pt x="1225550" y="78739"/>
                </a:lnTo>
                <a:lnTo>
                  <a:pt x="1232153" y="78739"/>
                </a:lnTo>
                <a:lnTo>
                  <a:pt x="1271270" y="73660"/>
                </a:lnTo>
                <a:close/>
              </a:path>
              <a:path w="1923414" h="137160">
                <a:moveTo>
                  <a:pt x="1323339" y="64770"/>
                </a:moveTo>
                <a:lnTo>
                  <a:pt x="1316863" y="64770"/>
                </a:lnTo>
                <a:lnTo>
                  <a:pt x="1297304" y="78739"/>
                </a:lnTo>
                <a:lnTo>
                  <a:pt x="1323339" y="64770"/>
                </a:lnTo>
                <a:close/>
              </a:path>
              <a:path w="1923414" h="137160">
                <a:moveTo>
                  <a:pt x="1382014" y="64770"/>
                </a:moveTo>
                <a:lnTo>
                  <a:pt x="1336421" y="64770"/>
                </a:lnTo>
                <a:lnTo>
                  <a:pt x="1336421" y="73660"/>
                </a:lnTo>
                <a:lnTo>
                  <a:pt x="1349502" y="69850"/>
                </a:lnTo>
                <a:lnTo>
                  <a:pt x="1375537" y="69850"/>
                </a:lnTo>
                <a:lnTo>
                  <a:pt x="1382014" y="64770"/>
                </a:lnTo>
                <a:close/>
              </a:path>
              <a:path w="1923414" h="137160">
                <a:moveTo>
                  <a:pt x="286765" y="50800"/>
                </a:moveTo>
                <a:lnTo>
                  <a:pt x="273685" y="50800"/>
                </a:lnTo>
                <a:lnTo>
                  <a:pt x="260730" y="69850"/>
                </a:lnTo>
                <a:lnTo>
                  <a:pt x="312800" y="69850"/>
                </a:lnTo>
                <a:lnTo>
                  <a:pt x="299847" y="59689"/>
                </a:lnTo>
                <a:lnTo>
                  <a:pt x="286765" y="50800"/>
                </a:lnTo>
                <a:close/>
              </a:path>
              <a:path w="1923414" h="137160">
                <a:moveTo>
                  <a:pt x="1486280" y="46989"/>
                </a:moveTo>
                <a:lnTo>
                  <a:pt x="1388617" y="46989"/>
                </a:lnTo>
                <a:lnTo>
                  <a:pt x="1388617" y="55880"/>
                </a:lnTo>
                <a:lnTo>
                  <a:pt x="1395095" y="59689"/>
                </a:lnTo>
                <a:lnTo>
                  <a:pt x="1395095" y="69850"/>
                </a:lnTo>
                <a:lnTo>
                  <a:pt x="1401572" y="64770"/>
                </a:lnTo>
                <a:lnTo>
                  <a:pt x="1417954" y="64770"/>
                </a:lnTo>
                <a:lnTo>
                  <a:pt x="1427734" y="59689"/>
                </a:lnTo>
                <a:lnTo>
                  <a:pt x="1447164" y="55880"/>
                </a:lnTo>
                <a:lnTo>
                  <a:pt x="1490054" y="55880"/>
                </a:lnTo>
                <a:lnTo>
                  <a:pt x="1486280" y="50800"/>
                </a:lnTo>
                <a:lnTo>
                  <a:pt x="1486280" y="46989"/>
                </a:lnTo>
                <a:close/>
              </a:path>
              <a:path w="1923414" h="137160">
                <a:moveTo>
                  <a:pt x="1417954" y="64770"/>
                </a:moveTo>
                <a:lnTo>
                  <a:pt x="1408176" y="64770"/>
                </a:lnTo>
                <a:lnTo>
                  <a:pt x="1408176" y="69850"/>
                </a:lnTo>
                <a:lnTo>
                  <a:pt x="1417954" y="64770"/>
                </a:lnTo>
                <a:close/>
              </a:path>
              <a:path w="1923414" h="137160">
                <a:moveTo>
                  <a:pt x="1490054" y="55880"/>
                </a:moveTo>
                <a:lnTo>
                  <a:pt x="1453769" y="55880"/>
                </a:lnTo>
                <a:lnTo>
                  <a:pt x="1460246" y="69850"/>
                </a:lnTo>
                <a:lnTo>
                  <a:pt x="1492885" y="59689"/>
                </a:lnTo>
                <a:lnTo>
                  <a:pt x="1490054" y="55880"/>
                </a:lnTo>
                <a:close/>
              </a:path>
              <a:path w="1923414" h="137160">
                <a:moveTo>
                  <a:pt x="1851405" y="50800"/>
                </a:moveTo>
                <a:lnTo>
                  <a:pt x="1805813" y="50800"/>
                </a:lnTo>
                <a:lnTo>
                  <a:pt x="1799209" y="59689"/>
                </a:lnTo>
                <a:lnTo>
                  <a:pt x="1805813" y="64770"/>
                </a:lnTo>
                <a:lnTo>
                  <a:pt x="1818766" y="69850"/>
                </a:lnTo>
                <a:lnTo>
                  <a:pt x="1825244" y="69850"/>
                </a:lnTo>
                <a:lnTo>
                  <a:pt x="1857883" y="59689"/>
                </a:lnTo>
                <a:lnTo>
                  <a:pt x="1865693" y="55880"/>
                </a:lnTo>
                <a:lnTo>
                  <a:pt x="1851405" y="55880"/>
                </a:lnTo>
                <a:lnTo>
                  <a:pt x="1851405" y="50800"/>
                </a:lnTo>
                <a:close/>
              </a:path>
              <a:path w="1923414" h="137160">
                <a:moveTo>
                  <a:pt x="1910079" y="50800"/>
                </a:moveTo>
                <a:lnTo>
                  <a:pt x="1896999" y="59689"/>
                </a:lnTo>
                <a:lnTo>
                  <a:pt x="1896999" y="69850"/>
                </a:lnTo>
                <a:lnTo>
                  <a:pt x="1923034" y="69850"/>
                </a:lnTo>
                <a:lnTo>
                  <a:pt x="1923034" y="64770"/>
                </a:lnTo>
                <a:lnTo>
                  <a:pt x="1916557" y="64770"/>
                </a:lnTo>
                <a:lnTo>
                  <a:pt x="1916557" y="55880"/>
                </a:lnTo>
                <a:lnTo>
                  <a:pt x="1910079" y="50800"/>
                </a:lnTo>
                <a:close/>
              </a:path>
              <a:path w="1923414" h="137160">
                <a:moveTo>
                  <a:pt x="1610233" y="50800"/>
                </a:moveTo>
                <a:lnTo>
                  <a:pt x="1558036" y="50800"/>
                </a:lnTo>
                <a:lnTo>
                  <a:pt x="1564513" y="64770"/>
                </a:lnTo>
                <a:lnTo>
                  <a:pt x="1590675" y="59689"/>
                </a:lnTo>
                <a:lnTo>
                  <a:pt x="1603628" y="55880"/>
                </a:lnTo>
                <a:lnTo>
                  <a:pt x="1610233" y="50800"/>
                </a:lnTo>
                <a:close/>
              </a:path>
              <a:path w="1923414" h="137160">
                <a:moveTo>
                  <a:pt x="1733018" y="55880"/>
                </a:moveTo>
                <a:lnTo>
                  <a:pt x="1675384" y="55880"/>
                </a:lnTo>
                <a:lnTo>
                  <a:pt x="1720977" y="64770"/>
                </a:lnTo>
                <a:lnTo>
                  <a:pt x="1733018" y="55880"/>
                </a:lnTo>
                <a:close/>
              </a:path>
              <a:path w="1923414" h="137160">
                <a:moveTo>
                  <a:pt x="1805813" y="50800"/>
                </a:moveTo>
                <a:lnTo>
                  <a:pt x="1773174" y="50800"/>
                </a:lnTo>
                <a:lnTo>
                  <a:pt x="1766697" y="55880"/>
                </a:lnTo>
                <a:lnTo>
                  <a:pt x="1773174" y="59689"/>
                </a:lnTo>
                <a:lnTo>
                  <a:pt x="1786254" y="64770"/>
                </a:lnTo>
                <a:lnTo>
                  <a:pt x="1792732" y="55880"/>
                </a:lnTo>
                <a:lnTo>
                  <a:pt x="1805813" y="50800"/>
                </a:lnTo>
                <a:close/>
              </a:path>
              <a:path w="1923414" h="137160">
                <a:moveTo>
                  <a:pt x="1923034" y="59689"/>
                </a:moveTo>
                <a:lnTo>
                  <a:pt x="1916557" y="64770"/>
                </a:lnTo>
                <a:lnTo>
                  <a:pt x="1923034" y="64770"/>
                </a:lnTo>
                <a:lnTo>
                  <a:pt x="1923034" y="59689"/>
                </a:lnTo>
                <a:close/>
              </a:path>
              <a:path w="1923414" h="137160">
                <a:moveTo>
                  <a:pt x="351916" y="36830"/>
                </a:moveTo>
                <a:lnTo>
                  <a:pt x="345439" y="46989"/>
                </a:lnTo>
                <a:lnTo>
                  <a:pt x="312800" y="46989"/>
                </a:lnTo>
                <a:lnTo>
                  <a:pt x="312800" y="55880"/>
                </a:lnTo>
                <a:lnTo>
                  <a:pt x="325882" y="55880"/>
                </a:lnTo>
                <a:lnTo>
                  <a:pt x="319404" y="59689"/>
                </a:lnTo>
                <a:lnTo>
                  <a:pt x="358521" y="59689"/>
                </a:lnTo>
                <a:lnTo>
                  <a:pt x="351916" y="55880"/>
                </a:lnTo>
                <a:lnTo>
                  <a:pt x="338963" y="50800"/>
                </a:lnTo>
                <a:lnTo>
                  <a:pt x="358521" y="50800"/>
                </a:lnTo>
                <a:lnTo>
                  <a:pt x="351916" y="46989"/>
                </a:lnTo>
                <a:lnTo>
                  <a:pt x="351916" y="36830"/>
                </a:lnTo>
                <a:close/>
              </a:path>
              <a:path w="1923414" h="137160">
                <a:moveTo>
                  <a:pt x="371475" y="50800"/>
                </a:moveTo>
                <a:lnTo>
                  <a:pt x="371475" y="55880"/>
                </a:lnTo>
                <a:lnTo>
                  <a:pt x="358521" y="59689"/>
                </a:lnTo>
                <a:lnTo>
                  <a:pt x="378078" y="59689"/>
                </a:lnTo>
                <a:lnTo>
                  <a:pt x="371475" y="50800"/>
                </a:lnTo>
                <a:close/>
              </a:path>
              <a:path w="1923414" h="137160">
                <a:moveTo>
                  <a:pt x="404113" y="50800"/>
                </a:moveTo>
                <a:lnTo>
                  <a:pt x="397637" y="50800"/>
                </a:lnTo>
                <a:lnTo>
                  <a:pt x="384555" y="59689"/>
                </a:lnTo>
                <a:lnTo>
                  <a:pt x="1383900" y="59689"/>
                </a:lnTo>
                <a:lnTo>
                  <a:pt x="1385315" y="55880"/>
                </a:lnTo>
                <a:lnTo>
                  <a:pt x="404113" y="55880"/>
                </a:lnTo>
                <a:lnTo>
                  <a:pt x="404113" y="50800"/>
                </a:lnTo>
                <a:close/>
              </a:path>
              <a:path w="1923414" h="137160">
                <a:moveTo>
                  <a:pt x="1532001" y="50800"/>
                </a:moveTo>
                <a:lnTo>
                  <a:pt x="1518920" y="50800"/>
                </a:lnTo>
                <a:lnTo>
                  <a:pt x="1512442" y="59689"/>
                </a:lnTo>
                <a:lnTo>
                  <a:pt x="1532001" y="50800"/>
                </a:lnTo>
                <a:close/>
              </a:path>
              <a:path w="1923414" h="137160">
                <a:moveTo>
                  <a:pt x="1538477" y="50800"/>
                </a:moveTo>
                <a:lnTo>
                  <a:pt x="1532001" y="50800"/>
                </a:lnTo>
                <a:lnTo>
                  <a:pt x="1538477" y="59689"/>
                </a:lnTo>
                <a:lnTo>
                  <a:pt x="1538477" y="50800"/>
                </a:lnTo>
                <a:close/>
              </a:path>
              <a:path w="1923414" h="137160">
                <a:moveTo>
                  <a:pt x="1739900" y="50800"/>
                </a:moveTo>
                <a:lnTo>
                  <a:pt x="1610233" y="50800"/>
                </a:lnTo>
                <a:lnTo>
                  <a:pt x="1616710" y="55880"/>
                </a:lnTo>
                <a:lnTo>
                  <a:pt x="1616710" y="59689"/>
                </a:lnTo>
                <a:lnTo>
                  <a:pt x="1636267" y="59689"/>
                </a:lnTo>
                <a:lnTo>
                  <a:pt x="1649349" y="55880"/>
                </a:lnTo>
                <a:lnTo>
                  <a:pt x="1733018" y="55880"/>
                </a:lnTo>
                <a:lnTo>
                  <a:pt x="1739900" y="50800"/>
                </a:lnTo>
                <a:close/>
              </a:path>
              <a:path w="1923414" h="137160">
                <a:moveTo>
                  <a:pt x="1675384" y="55880"/>
                </a:moveTo>
                <a:lnTo>
                  <a:pt x="1649349" y="55880"/>
                </a:lnTo>
                <a:lnTo>
                  <a:pt x="1662302" y="59689"/>
                </a:lnTo>
                <a:lnTo>
                  <a:pt x="1675384" y="59689"/>
                </a:lnTo>
                <a:lnTo>
                  <a:pt x="1675384" y="55880"/>
                </a:lnTo>
                <a:close/>
              </a:path>
              <a:path w="1923414" h="137160">
                <a:moveTo>
                  <a:pt x="1734058" y="22860"/>
                </a:moveTo>
                <a:lnTo>
                  <a:pt x="1720977" y="27939"/>
                </a:lnTo>
                <a:lnTo>
                  <a:pt x="1708023" y="27939"/>
                </a:lnTo>
                <a:lnTo>
                  <a:pt x="1708023" y="36830"/>
                </a:lnTo>
                <a:lnTo>
                  <a:pt x="1701419" y="50800"/>
                </a:lnTo>
                <a:lnTo>
                  <a:pt x="1739900" y="50800"/>
                </a:lnTo>
                <a:lnTo>
                  <a:pt x="1734058" y="55880"/>
                </a:lnTo>
                <a:lnTo>
                  <a:pt x="1740535" y="59689"/>
                </a:lnTo>
                <a:lnTo>
                  <a:pt x="1740535" y="55880"/>
                </a:lnTo>
                <a:lnTo>
                  <a:pt x="1747139" y="50800"/>
                </a:lnTo>
                <a:lnTo>
                  <a:pt x="1753615" y="46989"/>
                </a:lnTo>
                <a:lnTo>
                  <a:pt x="1818766" y="46989"/>
                </a:lnTo>
                <a:lnTo>
                  <a:pt x="1814056" y="36830"/>
                </a:lnTo>
                <a:lnTo>
                  <a:pt x="1734058" y="36830"/>
                </a:lnTo>
                <a:lnTo>
                  <a:pt x="1735824" y="33020"/>
                </a:lnTo>
                <a:lnTo>
                  <a:pt x="1727580" y="33020"/>
                </a:lnTo>
                <a:lnTo>
                  <a:pt x="1734058" y="22860"/>
                </a:lnTo>
                <a:close/>
              </a:path>
              <a:path w="1923414" h="137160">
                <a:moveTo>
                  <a:pt x="1896999" y="46989"/>
                </a:moveTo>
                <a:lnTo>
                  <a:pt x="1891411" y="54610"/>
                </a:lnTo>
                <a:lnTo>
                  <a:pt x="1896999" y="59689"/>
                </a:lnTo>
                <a:lnTo>
                  <a:pt x="1896999" y="46989"/>
                </a:lnTo>
                <a:close/>
              </a:path>
              <a:path w="1923414" h="137160">
                <a:moveTo>
                  <a:pt x="482346" y="33020"/>
                </a:moveTo>
                <a:lnTo>
                  <a:pt x="469264" y="33020"/>
                </a:lnTo>
                <a:lnTo>
                  <a:pt x="456311" y="36830"/>
                </a:lnTo>
                <a:lnTo>
                  <a:pt x="443229" y="36830"/>
                </a:lnTo>
                <a:lnTo>
                  <a:pt x="417195" y="46989"/>
                </a:lnTo>
                <a:lnTo>
                  <a:pt x="417195" y="50800"/>
                </a:lnTo>
                <a:lnTo>
                  <a:pt x="404113" y="55880"/>
                </a:lnTo>
                <a:lnTo>
                  <a:pt x="1385315" y="55880"/>
                </a:lnTo>
                <a:lnTo>
                  <a:pt x="1388617" y="46989"/>
                </a:lnTo>
                <a:lnTo>
                  <a:pt x="495300" y="46989"/>
                </a:lnTo>
                <a:lnTo>
                  <a:pt x="485878" y="36830"/>
                </a:lnTo>
                <a:lnTo>
                  <a:pt x="456311" y="36830"/>
                </a:lnTo>
                <a:lnTo>
                  <a:pt x="449707" y="33020"/>
                </a:lnTo>
                <a:lnTo>
                  <a:pt x="482346" y="33020"/>
                </a:lnTo>
                <a:close/>
              </a:path>
              <a:path w="1923414" h="137160">
                <a:moveTo>
                  <a:pt x="1851405" y="33020"/>
                </a:moveTo>
                <a:lnTo>
                  <a:pt x="1838325" y="46989"/>
                </a:lnTo>
                <a:lnTo>
                  <a:pt x="1760092" y="46989"/>
                </a:lnTo>
                <a:lnTo>
                  <a:pt x="1760092" y="55880"/>
                </a:lnTo>
                <a:lnTo>
                  <a:pt x="1766697" y="50800"/>
                </a:lnTo>
                <a:lnTo>
                  <a:pt x="1851405" y="50800"/>
                </a:lnTo>
                <a:lnTo>
                  <a:pt x="1851405" y="33020"/>
                </a:lnTo>
                <a:close/>
              </a:path>
              <a:path w="1923414" h="137160">
                <a:moveTo>
                  <a:pt x="1864360" y="36830"/>
                </a:moveTo>
                <a:lnTo>
                  <a:pt x="1851405" y="55880"/>
                </a:lnTo>
                <a:lnTo>
                  <a:pt x="1865693" y="55880"/>
                </a:lnTo>
                <a:lnTo>
                  <a:pt x="1883917" y="46989"/>
                </a:lnTo>
                <a:lnTo>
                  <a:pt x="1877440" y="46989"/>
                </a:lnTo>
                <a:lnTo>
                  <a:pt x="1883917" y="41910"/>
                </a:lnTo>
                <a:lnTo>
                  <a:pt x="1864360" y="36830"/>
                </a:lnTo>
                <a:close/>
              </a:path>
              <a:path w="1923414" h="137160">
                <a:moveTo>
                  <a:pt x="1890522" y="53339"/>
                </a:moveTo>
                <a:lnTo>
                  <a:pt x="1890522" y="55880"/>
                </a:lnTo>
                <a:lnTo>
                  <a:pt x="1891411" y="54610"/>
                </a:lnTo>
                <a:lnTo>
                  <a:pt x="1890522" y="53339"/>
                </a:lnTo>
                <a:close/>
              </a:path>
              <a:path w="1923414" h="137160">
                <a:moveTo>
                  <a:pt x="1890522" y="46989"/>
                </a:moveTo>
                <a:lnTo>
                  <a:pt x="1883917" y="46989"/>
                </a:lnTo>
                <a:lnTo>
                  <a:pt x="1890522" y="53339"/>
                </a:lnTo>
                <a:lnTo>
                  <a:pt x="1890522" y="46989"/>
                </a:lnTo>
                <a:close/>
              </a:path>
              <a:path w="1923414" h="137160">
                <a:moveTo>
                  <a:pt x="508380" y="22860"/>
                </a:moveTo>
                <a:lnTo>
                  <a:pt x="495300" y="46989"/>
                </a:lnTo>
                <a:lnTo>
                  <a:pt x="1499362" y="46989"/>
                </a:lnTo>
                <a:lnTo>
                  <a:pt x="1492885" y="50800"/>
                </a:lnTo>
                <a:lnTo>
                  <a:pt x="1701419" y="50800"/>
                </a:lnTo>
                <a:lnTo>
                  <a:pt x="1701419" y="41910"/>
                </a:lnTo>
                <a:lnTo>
                  <a:pt x="1705192" y="36830"/>
                </a:lnTo>
                <a:lnTo>
                  <a:pt x="541020" y="36830"/>
                </a:lnTo>
                <a:lnTo>
                  <a:pt x="521462" y="27939"/>
                </a:lnTo>
                <a:lnTo>
                  <a:pt x="508380" y="22860"/>
                </a:lnTo>
                <a:close/>
              </a:path>
              <a:path w="1923414" h="137160">
                <a:moveTo>
                  <a:pt x="1825244" y="36830"/>
                </a:moveTo>
                <a:lnTo>
                  <a:pt x="1818766" y="46989"/>
                </a:lnTo>
                <a:lnTo>
                  <a:pt x="1838325" y="46989"/>
                </a:lnTo>
                <a:lnTo>
                  <a:pt x="1831848" y="41910"/>
                </a:lnTo>
                <a:lnTo>
                  <a:pt x="1825244" y="36830"/>
                </a:lnTo>
                <a:close/>
              </a:path>
              <a:path w="1923414" h="137160">
                <a:moveTo>
                  <a:pt x="567054" y="27939"/>
                </a:moveTo>
                <a:lnTo>
                  <a:pt x="547497" y="33020"/>
                </a:lnTo>
                <a:lnTo>
                  <a:pt x="541020" y="36830"/>
                </a:lnTo>
                <a:lnTo>
                  <a:pt x="599694" y="36830"/>
                </a:lnTo>
                <a:lnTo>
                  <a:pt x="586613" y="33020"/>
                </a:lnTo>
                <a:lnTo>
                  <a:pt x="567054" y="27939"/>
                </a:lnTo>
                <a:close/>
              </a:path>
              <a:path w="1923414" h="137160">
                <a:moveTo>
                  <a:pt x="599694" y="22860"/>
                </a:moveTo>
                <a:lnTo>
                  <a:pt x="599694" y="36830"/>
                </a:lnTo>
                <a:lnTo>
                  <a:pt x="990853" y="36830"/>
                </a:lnTo>
                <a:lnTo>
                  <a:pt x="990853" y="33020"/>
                </a:lnTo>
                <a:lnTo>
                  <a:pt x="619251" y="33020"/>
                </a:lnTo>
                <a:lnTo>
                  <a:pt x="612775" y="27939"/>
                </a:lnTo>
                <a:lnTo>
                  <a:pt x="599694" y="22860"/>
                </a:lnTo>
                <a:close/>
              </a:path>
              <a:path w="1923414" h="137160">
                <a:moveTo>
                  <a:pt x="1010412" y="27939"/>
                </a:moveTo>
                <a:lnTo>
                  <a:pt x="1003935" y="33020"/>
                </a:lnTo>
                <a:lnTo>
                  <a:pt x="990853" y="36830"/>
                </a:lnTo>
                <a:lnTo>
                  <a:pt x="1003935" y="36830"/>
                </a:lnTo>
                <a:lnTo>
                  <a:pt x="1010412" y="27939"/>
                </a:lnTo>
                <a:close/>
              </a:path>
              <a:path w="1923414" h="137160">
                <a:moveTo>
                  <a:pt x="1023492" y="22860"/>
                </a:moveTo>
                <a:lnTo>
                  <a:pt x="1003935" y="36830"/>
                </a:lnTo>
                <a:lnTo>
                  <a:pt x="1036447" y="36830"/>
                </a:lnTo>
                <a:lnTo>
                  <a:pt x="1029970" y="33020"/>
                </a:lnTo>
                <a:lnTo>
                  <a:pt x="1023492" y="22860"/>
                </a:lnTo>
                <a:close/>
              </a:path>
              <a:path w="1923414" h="137160">
                <a:moveTo>
                  <a:pt x="1069086" y="19050"/>
                </a:moveTo>
                <a:lnTo>
                  <a:pt x="1062609" y="19050"/>
                </a:lnTo>
                <a:lnTo>
                  <a:pt x="1049527" y="22860"/>
                </a:lnTo>
                <a:lnTo>
                  <a:pt x="1036447" y="36830"/>
                </a:lnTo>
                <a:lnTo>
                  <a:pt x="1075689" y="36830"/>
                </a:lnTo>
                <a:lnTo>
                  <a:pt x="1062609" y="22860"/>
                </a:lnTo>
                <a:lnTo>
                  <a:pt x="1075689" y="22860"/>
                </a:lnTo>
                <a:lnTo>
                  <a:pt x="1069086" y="19050"/>
                </a:lnTo>
                <a:close/>
              </a:path>
              <a:path w="1923414" h="137160">
                <a:moveTo>
                  <a:pt x="1082166" y="22860"/>
                </a:moveTo>
                <a:lnTo>
                  <a:pt x="1075689" y="36830"/>
                </a:lnTo>
                <a:lnTo>
                  <a:pt x="1492885" y="36830"/>
                </a:lnTo>
                <a:lnTo>
                  <a:pt x="1479803" y="33020"/>
                </a:lnTo>
                <a:lnTo>
                  <a:pt x="1082166" y="33020"/>
                </a:lnTo>
                <a:lnTo>
                  <a:pt x="1082166" y="22860"/>
                </a:lnTo>
                <a:close/>
              </a:path>
              <a:path w="1923414" h="137160">
                <a:moveTo>
                  <a:pt x="1512442" y="10160"/>
                </a:moveTo>
                <a:lnTo>
                  <a:pt x="1505839" y="10160"/>
                </a:lnTo>
                <a:lnTo>
                  <a:pt x="1499362" y="19050"/>
                </a:lnTo>
                <a:lnTo>
                  <a:pt x="1492885" y="36830"/>
                </a:lnTo>
                <a:lnTo>
                  <a:pt x="1701419" y="36830"/>
                </a:lnTo>
                <a:lnTo>
                  <a:pt x="1701419" y="33020"/>
                </a:lnTo>
                <a:lnTo>
                  <a:pt x="1597152" y="33020"/>
                </a:lnTo>
                <a:lnTo>
                  <a:pt x="1584071" y="27939"/>
                </a:lnTo>
                <a:lnTo>
                  <a:pt x="1584071" y="22860"/>
                </a:lnTo>
                <a:lnTo>
                  <a:pt x="1532001" y="22860"/>
                </a:lnTo>
                <a:lnTo>
                  <a:pt x="1512442" y="10160"/>
                </a:lnTo>
                <a:close/>
              </a:path>
              <a:path w="1923414" h="137160">
                <a:moveTo>
                  <a:pt x="1708023" y="33020"/>
                </a:moveTo>
                <a:lnTo>
                  <a:pt x="1701419" y="36830"/>
                </a:lnTo>
                <a:lnTo>
                  <a:pt x="1705192" y="36830"/>
                </a:lnTo>
                <a:lnTo>
                  <a:pt x="1708023" y="33020"/>
                </a:lnTo>
                <a:close/>
              </a:path>
              <a:path w="1923414" h="137160">
                <a:moveTo>
                  <a:pt x="1753615" y="27939"/>
                </a:moveTo>
                <a:lnTo>
                  <a:pt x="1747139" y="33020"/>
                </a:lnTo>
                <a:lnTo>
                  <a:pt x="1734058" y="36830"/>
                </a:lnTo>
                <a:lnTo>
                  <a:pt x="1799209" y="36830"/>
                </a:lnTo>
                <a:lnTo>
                  <a:pt x="1786254" y="33020"/>
                </a:lnTo>
                <a:lnTo>
                  <a:pt x="1753615" y="27939"/>
                </a:lnTo>
                <a:close/>
              </a:path>
              <a:path w="1923414" h="137160">
                <a:moveTo>
                  <a:pt x="1812289" y="33020"/>
                </a:moveTo>
                <a:lnTo>
                  <a:pt x="1799209" y="36830"/>
                </a:lnTo>
                <a:lnTo>
                  <a:pt x="1814056" y="36830"/>
                </a:lnTo>
                <a:lnTo>
                  <a:pt x="1812289" y="33020"/>
                </a:lnTo>
                <a:close/>
              </a:path>
              <a:path w="1923414" h="137160">
                <a:moveTo>
                  <a:pt x="632333" y="19050"/>
                </a:moveTo>
                <a:lnTo>
                  <a:pt x="632333" y="27939"/>
                </a:lnTo>
                <a:lnTo>
                  <a:pt x="619251" y="33020"/>
                </a:lnTo>
                <a:lnTo>
                  <a:pt x="743076" y="33020"/>
                </a:lnTo>
                <a:lnTo>
                  <a:pt x="736600" y="22860"/>
                </a:lnTo>
                <a:lnTo>
                  <a:pt x="645287" y="22860"/>
                </a:lnTo>
                <a:lnTo>
                  <a:pt x="632333" y="19050"/>
                </a:lnTo>
                <a:close/>
              </a:path>
              <a:path w="1923414" h="137160">
                <a:moveTo>
                  <a:pt x="821309" y="13970"/>
                </a:moveTo>
                <a:lnTo>
                  <a:pt x="795274" y="19050"/>
                </a:lnTo>
                <a:lnTo>
                  <a:pt x="743076" y="33020"/>
                </a:lnTo>
                <a:lnTo>
                  <a:pt x="906145" y="33020"/>
                </a:lnTo>
                <a:lnTo>
                  <a:pt x="899540" y="27939"/>
                </a:lnTo>
                <a:lnTo>
                  <a:pt x="895839" y="22860"/>
                </a:lnTo>
                <a:lnTo>
                  <a:pt x="840866" y="22860"/>
                </a:lnTo>
                <a:lnTo>
                  <a:pt x="834389" y="19050"/>
                </a:lnTo>
                <a:lnTo>
                  <a:pt x="821309" y="13970"/>
                </a:lnTo>
                <a:close/>
              </a:path>
              <a:path w="1923414" h="137160">
                <a:moveTo>
                  <a:pt x="938657" y="13970"/>
                </a:moveTo>
                <a:lnTo>
                  <a:pt x="919099" y="13970"/>
                </a:lnTo>
                <a:lnTo>
                  <a:pt x="919099" y="22860"/>
                </a:lnTo>
                <a:lnTo>
                  <a:pt x="912622" y="22860"/>
                </a:lnTo>
                <a:lnTo>
                  <a:pt x="912622" y="33020"/>
                </a:lnTo>
                <a:lnTo>
                  <a:pt x="990853" y="33020"/>
                </a:lnTo>
                <a:lnTo>
                  <a:pt x="990853" y="27939"/>
                </a:lnTo>
                <a:lnTo>
                  <a:pt x="984376" y="22860"/>
                </a:lnTo>
                <a:lnTo>
                  <a:pt x="938657" y="13970"/>
                </a:lnTo>
                <a:close/>
              </a:path>
              <a:path w="1923414" h="137160">
                <a:moveTo>
                  <a:pt x="1134364" y="19050"/>
                </a:moveTo>
                <a:lnTo>
                  <a:pt x="1121283" y="19050"/>
                </a:lnTo>
                <a:lnTo>
                  <a:pt x="1082166" y="33020"/>
                </a:lnTo>
                <a:lnTo>
                  <a:pt x="1147317" y="33020"/>
                </a:lnTo>
                <a:lnTo>
                  <a:pt x="1134364" y="19050"/>
                </a:lnTo>
                <a:close/>
              </a:path>
              <a:path w="1923414" h="137160">
                <a:moveTo>
                  <a:pt x="1186434" y="22860"/>
                </a:moveTo>
                <a:lnTo>
                  <a:pt x="1153922" y="22860"/>
                </a:lnTo>
                <a:lnTo>
                  <a:pt x="1153922" y="27939"/>
                </a:lnTo>
                <a:lnTo>
                  <a:pt x="1147317" y="33020"/>
                </a:lnTo>
                <a:lnTo>
                  <a:pt x="1219073" y="33020"/>
                </a:lnTo>
                <a:lnTo>
                  <a:pt x="1205991" y="27939"/>
                </a:lnTo>
                <a:lnTo>
                  <a:pt x="1186434" y="22860"/>
                </a:lnTo>
                <a:close/>
              </a:path>
              <a:path w="1923414" h="137160">
                <a:moveTo>
                  <a:pt x="1245108" y="13970"/>
                </a:moveTo>
                <a:lnTo>
                  <a:pt x="1232153" y="19050"/>
                </a:lnTo>
                <a:lnTo>
                  <a:pt x="1219073" y="27939"/>
                </a:lnTo>
                <a:lnTo>
                  <a:pt x="1219073" y="33020"/>
                </a:lnTo>
                <a:lnTo>
                  <a:pt x="1479803" y="33020"/>
                </a:lnTo>
                <a:lnTo>
                  <a:pt x="1483042" y="27939"/>
                </a:lnTo>
                <a:lnTo>
                  <a:pt x="1238630" y="27939"/>
                </a:lnTo>
                <a:lnTo>
                  <a:pt x="1245108" y="13970"/>
                </a:lnTo>
                <a:close/>
              </a:path>
              <a:path w="1923414" h="137160">
                <a:moveTo>
                  <a:pt x="1681861" y="19050"/>
                </a:moveTo>
                <a:lnTo>
                  <a:pt x="1675384" y="27939"/>
                </a:lnTo>
                <a:lnTo>
                  <a:pt x="1655826" y="27939"/>
                </a:lnTo>
                <a:lnTo>
                  <a:pt x="1616710" y="33020"/>
                </a:lnTo>
                <a:lnTo>
                  <a:pt x="1694941" y="33020"/>
                </a:lnTo>
                <a:lnTo>
                  <a:pt x="1688464" y="27939"/>
                </a:lnTo>
                <a:lnTo>
                  <a:pt x="1681861" y="19050"/>
                </a:lnTo>
                <a:close/>
              </a:path>
              <a:path w="1923414" h="137160">
                <a:moveTo>
                  <a:pt x="1694941" y="22860"/>
                </a:moveTo>
                <a:lnTo>
                  <a:pt x="1694941" y="33020"/>
                </a:lnTo>
                <a:lnTo>
                  <a:pt x="1701419" y="33020"/>
                </a:lnTo>
                <a:lnTo>
                  <a:pt x="1694941" y="22860"/>
                </a:lnTo>
                <a:close/>
              </a:path>
              <a:path w="1923414" h="137160">
                <a:moveTo>
                  <a:pt x="1740535" y="22860"/>
                </a:moveTo>
                <a:lnTo>
                  <a:pt x="1727580" y="33020"/>
                </a:lnTo>
                <a:lnTo>
                  <a:pt x="1735824" y="33020"/>
                </a:lnTo>
                <a:lnTo>
                  <a:pt x="1740535" y="22860"/>
                </a:lnTo>
                <a:close/>
              </a:path>
              <a:path w="1923414" h="137160">
                <a:moveTo>
                  <a:pt x="1277747" y="10160"/>
                </a:moveTo>
                <a:lnTo>
                  <a:pt x="1271270" y="19050"/>
                </a:lnTo>
                <a:lnTo>
                  <a:pt x="1238630" y="27939"/>
                </a:lnTo>
                <a:lnTo>
                  <a:pt x="1323339" y="27939"/>
                </a:lnTo>
                <a:lnTo>
                  <a:pt x="1323339" y="22860"/>
                </a:lnTo>
                <a:lnTo>
                  <a:pt x="1290827" y="22860"/>
                </a:lnTo>
                <a:lnTo>
                  <a:pt x="1284224" y="19050"/>
                </a:lnTo>
                <a:lnTo>
                  <a:pt x="1277747" y="10160"/>
                </a:lnTo>
                <a:close/>
              </a:path>
              <a:path w="1923414" h="137160">
                <a:moveTo>
                  <a:pt x="1360677" y="19050"/>
                </a:moveTo>
                <a:lnTo>
                  <a:pt x="1342898" y="19050"/>
                </a:lnTo>
                <a:lnTo>
                  <a:pt x="1342898" y="27939"/>
                </a:lnTo>
                <a:lnTo>
                  <a:pt x="1447164" y="27939"/>
                </a:lnTo>
                <a:lnTo>
                  <a:pt x="1442431" y="22860"/>
                </a:lnTo>
                <a:lnTo>
                  <a:pt x="1369060" y="22860"/>
                </a:lnTo>
                <a:lnTo>
                  <a:pt x="1360677" y="19050"/>
                </a:lnTo>
                <a:close/>
              </a:path>
              <a:path w="1923414" h="137160">
                <a:moveTo>
                  <a:pt x="1479803" y="10160"/>
                </a:moveTo>
                <a:lnTo>
                  <a:pt x="1466723" y="19050"/>
                </a:lnTo>
                <a:lnTo>
                  <a:pt x="1447164" y="27939"/>
                </a:lnTo>
                <a:lnTo>
                  <a:pt x="1483042" y="27939"/>
                </a:lnTo>
                <a:lnTo>
                  <a:pt x="1486280" y="22860"/>
                </a:lnTo>
                <a:lnTo>
                  <a:pt x="1492885" y="13970"/>
                </a:lnTo>
                <a:lnTo>
                  <a:pt x="1479803" y="13970"/>
                </a:lnTo>
                <a:lnTo>
                  <a:pt x="1479803" y="10160"/>
                </a:lnTo>
                <a:close/>
              </a:path>
              <a:path w="1923414" h="137160">
                <a:moveTo>
                  <a:pt x="730123" y="19050"/>
                </a:moveTo>
                <a:lnTo>
                  <a:pt x="697484" y="19050"/>
                </a:lnTo>
                <a:lnTo>
                  <a:pt x="658367" y="22860"/>
                </a:lnTo>
                <a:lnTo>
                  <a:pt x="736600" y="22860"/>
                </a:lnTo>
                <a:lnTo>
                  <a:pt x="730123" y="19050"/>
                </a:lnTo>
                <a:close/>
              </a:path>
              <a:path w="1923414" h="137160">
                <a:moveTo>
                  <a:pt x="867028" y="10160"/>
                </a:moveTo>
                <a:lnTo>
                  <a:pt x="847471" y="10160"/>
                </a:lnTo>
                <a:lnTo>
                  <a:pt x="840866" y="22860"/>
                </a:lnTo>
                <a:lnTo>
                  <a:pt x="895839" y="22860"/>
                </a:lnTo>
                <a:lnTo>
                  <a:pt x="893063" y="19050"/>
                </a:lnTo>
                <a:lnTo>
                  <a:pt x="879983" y="19050"/>
                </a:lnTo>
                <a:lnTo>
                  <a:pt x="867028" y="10160"/>
                </a:lnTo>
                <a:close/>
              </a:path>
              <a:path w="1923414" h="137160">
                <a:moveTo>
                  <a:pt x="1316863" y="5080"/>
                </a:moveTo>
                <a:lnTo>
                  <a:pt x="1310386" y="5080"/>
                </a:lnTo>
                <a:lnTo>
                  <a:pt x="1297304" y="13970"/>
                </a:lnTo>
                <a:lnTo>
                  <a:pt x="1290827" y="22860"/>
                </a:lnTo>
                <a:lnTo>
                  <a:pt x="1323339" y="22860"/>
                </a:lnTo>
                <a:lnTo>
                  <a:pt x="1323339" y="10160"/>
                </a:lnTo>
                <a:lnTo>
                  <a:pt x="1316863" y="5080"/>
                </a:lnTo>
                <a:close/>
              </a:path>
              <a:path w="1923414" h="137160">
                <a:moveTo>
                  <a:pt x="1343895" y="10160"/>
                </a:moveTo>
                <a:lnTo>
                  <a:pt x="1342898" y="10160"/>
                </a:lnTo>
                <a:lnTo>
                  <a:pt x="1329944" y="22860"/>
                </a:lnTo>
                <a:lnTo>
                  <a:pt x="1342898" y="19050"/>
                </a:lnTo>
                <a:lnTo>
                  <a:pt x="1360677" y="19050"/>
                </a:lnTo>
                <a:lnTo>
                  <a:pt x="1349502" y="13970"/>
                </a:lnTo>
                <a:lnTo>
                  <a:pt x="1343895" y="10160"/>
                </a:lnTo>
                <a:close/>
              </a:path>
              <a:path w="1923414" h="137160">
                <a:moveTo>
                  <a:pt x="1382014" y="5080"/>
                </a:moveTo>
                <a:lnTo>
                  <a:pt x="1369060" y="22860"/>
                </a:lnTo>
                <a:lnTo>
                  <a:pt x="1442431" y="22860"/>
                </a:lnTo>
                <a:lnTo>
                  <a:pt x="1438881" y="19050"/>
                </a:lnTo>
                <a:lnTo>
                  <a:pt x="1414652" y="19050"/>
                </a:lnTo>
                <a:lnTo>
                  <a:pt x="1401572" y="13970"/>
                </a:lnTo>
                <a:lnTo>
                  <a:pt x="1401572" y="10160"/>
                </a:lnTo>
                <a:lnTo>
                  <a:pt x="1388617" y="10160"/>
                </a:lnTo>
                <a:lnTo>
                  <a:pt x="1382014" y="5080"/>
                </a:lnTo>
                <a:close/>
              </a:path>
              <a:path w="1923414" h="137160">
                <a:moveTo>
                  <a:pt x="1525397" y="13970"/>
                </a:moveTo>
                <a:lnTo>
                  <a:pt x="1532001" y="22860"/>
                </a:lnTo>
                <a:lnTo>
                  <a:pt x="1558036" y="22860"/>
                </a:lnTo>
                <a:lnTo>
                  <a:pt x="1560811" y="19050"/>
                </a:lnTo>
                <a:lnTo>
                  <a:pt x="1532001" y="19050"/>
                </a:lnTo>
                <a:lnTo>
                  <a:pt x="1525397" y="13970"/>
                </a:lnTo>
                <a:close/>
              </a:path>
              <a:path w="1923414" h="137160">
                <a:moveTo>
                  <a:pt x="1564513" y="19050"/>
                </a:moveTo>
                <a:lnTo>
                  <a:pt x="1571116" y="22860"/>
                </a:lnTo>
                <a:lnTo>
                  <a:pt x="1590675" y="22860"/>
                </a:lnTo>
                <a:lnTo>
                  <a:pt x="1564513" y="19050"/>
                </a:lnTo>
                <a:close/>
              </a:path>
              <a:path w="1923414" h="137160">
                <a:moveTo>
                  <a:pt x="886587" y="5080"/>
                </a:moveTo>
                <a:lnTo>
                  <a:pt x="886587" y="19050"/>
                </a:lnTo>
                <a:lnTo>
                  <a:pt x="893063" y="19050"/>
                </a:lnTo>
                <a:lnTo>
                  <a:pt x="886587" y="5080"/>
                </a:lnTo>
                <a:close/>
              </a:path>
              <a:path w="1923414" h="137160">
                <a:moveTo>
                  <a:pt x="1336421" y="5080"/>
                </a:moveTo>
                <a:lnTo>
                  <a:pt x="1329944" y="5080"/>
                </a:lnTo>
                <a:lnTo>
                  <a:pt x="1329944" y="10160"/>
                </a:lnTo>
                <a:lnTo>
                  <a:pt x="1323339" y="19050"/>
                </a:lnTo>
                <a:lnTo>
                  <a:pt x="1342898" y="10160"/>
                </a:lnTo>
                <a:lnTo>
                  <a:pt x="1343895" y="10160"/>
                </a:lnTo>
                <a:lnTo>
                  <a:pt x="1336421" y="5080"/>
                </a:lnTo>
                <a:close/>
              </a:path>
              <a:path w="1923414" h="137160">
                <a:moveTo>
                  <a:pt x="1421129" y="0"/>
                </a:moveTo>
                <a:lnTo>
                  <a:pt x="1414652" y="5080"/>
                </a:lnTo>
                <a:lnTo>
                  <a:pt x="1414652" y="19050"/>
                </a:lnTo>
                <a:lnTo>
                  <a:pt x="1438881" y="19050"/>
                </a:lnTo>
                <a:lnTo>
                  <a:pt x="1421129" y="0"/>
                </a:lnTo>
                <a:close/>
              </a:path>
              <a:path w="1923414" h="137160">
                <a:moveTo>
                  <a:pt x="1558036" y="10160"/>
                </a:moveTo>
                <a:lnTo>
                  <a:pt x="1551559" y="10160"/>
                </a:lnTo>
                <a:lnTo>
                  <a:pt x="1544954" y="13970"/>
                </a:lnTo>
                <a:lnTo>
                  <a:pt x="1532001" y="19050"/>
                </a:lnTo>
                <a:lnTo>
                  <a:pt x="1560811" y="19050"/>
                </a:lnTo>
                <a:lnTo>
                  <a:pt x="1564513" y="13970"/>
                </a:lnTo>
                <a:lnTo>
                  <a:pt x="1558036" y="10160"/>
                </a:lnTo>
                <a:close/>
              </a:path>
              <a:path w="1923414" h="137160">
                <a:moveTo>
                  <a:pt x="1401572" y="0"/>
                </a:moveTo>
                <a:lnTo>
                  <a:pt x="1395095" y="0"/>
                </a:lnTo>
                <a:lnTo>
                  <a:pt x="1388617" y="10160"/>
                </a:lnTo>
                <a:lnTo>
                  <a:pt x="1401572" y="10160"/>
                </a:lnTo>
                <a:lnTo>
                  <a:pt x="1408176" y="5080"/>
                </a:lnTo>
                <a:lnTo>
                  <a:pt x="1401572" y="0"/>
                </a:lnTo>
                <a:close/>
              </a:path>
            </a:pathLst>
          </a:custGeom>
          <a:solidFill>
            <a:srgbClr val="FFFFFF"/>
          </a:solidFill>
        </p:spPr>
        <p:txBody>
          <a:bodyPr wrap="square" lIns="0" tIns="0" rIns="0" bIns="0" rtlCol="0"/>
          <a:lstStyle/>
          <a:p>
            <a:pPr defTabSz="554492">
              <a:defRPr/>
            </a:pPr>
            <a:endParaRPr sz="1092">
              <a:solidFill>
                <a:sysClr val="windowText" lastClr="000000"/>
              </a:solidFill>
              <a:latin typeface="Calibri"/>
            </a:endParaRPr>
          </a:p>
        </p:txBody>
      </p:sp>
      <p:sp>
        <p:nvSpPr>
          <p:cNvPr id="20" name="object 6">
            <a:extLst>
              <a:ext uri="{FF2B5EF4-FFF2-40B4-BE49-F238E27FC236}">
                <a16:creationId xmlns:a16="http://schemas.microsoft.com/office/drawing/2014/main" id="{CC7BD151-C9BF-B5D0-DEA9-44D443029F72}"/>
              </a:ext>
            </a:extLst>
          </p:cNvPr>
          <p:cNvSpPr/>
          <p:nvPr/>
        </p:nvSpPr>
        <p:spPr>
          <a:xfrm>
            <a:off x="9077953" y="3251150"/>
            <a:ext cx="1894518" cy="816337"/>
          </a:xfrm>
          <a:custGeom>
            <a:avLst/>
            <a:gdLst/>
            <a:ahLst/>
            <a:cxnLst/>
            <a:rect l="l" t="t" r="r" b="b"/>
            <a:pathLst>
              <a:path w="4852670" h="1346200">
                <a:moveTo>
                  <a:pt x="6985" y="1193800"/>
                </a:moveTo>
                <a:lnTo>
                  <a:pt x="0" y="1270000"/>
                </a:lnTo>
                <a:lnTo>
                  <a:pt x="0" y="1346200"/>
                </a:lnTo>
                <a:lnTo>
                  <a:pt x="449325" y="1346200"/>
                </a:lnTo>
                <a:lnTo>
                  <a:pt x="667004" y="1333500"/>
                </a:lnTo>
                <a:lnTo>
                  <a:pt x="1095375" y="1333500"/>
                </a:lnTo>
                <a:lnTo>
                  <a:pt x="1193673" y="1320800"/>
                </a:lnTo>
                <a:lnTo>
                  <a:pt x="119252" y="1320800"/>
                </a:lnTo>
                <a:lnTo>
                  <a:pt x="91186" y="1282700"/>
                </a:lnTo>
                <a:lnTo>
                  <a:pt x="77088" y="1257300"/>
                </a:lnTo>
                <a:lnTo>
                  <a:pt x="63119" y="1219200"/>
                </a:lnTo>
                <a:lnTo>
                  <a:pt x="20955" y="1219200"/>
                </a:lnTo>
                <a:lnTo>
                  <a:pt x="6985" y="1193800"/>
                </a:lnTo>
                <a:close/>
              </a:path>
              <a:path w="4852670" h="1346200">
                <a:moveTo>
                  <a:pt x="1804542" y="1320800"/>
                </a:moveTo>
                <a:lnTo>
                  <a:pt x="1411351" y="1320800"/>
                </a:lnTo>
                <a:lnTo>
                  <a:pt x="1425448" y="1333500"/>
                </a:lnTo>
                <a:lnTo>
                  <a:pt x="1734439" y="1333500"/>
                </a:lnTo>
                <a:lnTo>
                  <a:pt x="1804542" y="1320800"/>
                </a:lnTo>
                <a:close/>
              </a:path>
              <a:path w="4852670" h="1346200">
                <a:moveTo>
                  <a:pt x="2710434" y="1308100"/>
                </a:moveTo>
                <a:lnTo>
                  <a:pt x="210565" y="1308100"/>
                </a:lnTo>
                <a:lnTo>
                  <a:pt x="119252" y="1320800"/>
                </a:lnTo>
                <a:lnTo>
                  <a:pt x="2429637" y="1320800"/>
                </a:lnTo>
                <a:lnTo>
                  <a:pt x="2710434" y="1308100"/>
                </a:lnTo>
                <a:close/>
              </a:path>
              <a:path w="4852670" h="1346200">
                <a:moveTo>
                  <a:pt x="2268092" y="1270000"/>
                </a:moveTo>
                <a:lnTo>
                  <a:pt x="2113534" y="1270000"/>
                </a:lnTo>
                <a:lnTo>
                  <a:pt x="2064385" y="1282700"/>
                </a:lnTo>
                <a:lnTo>
                  <a:pt x="1664208" y="1294967"/>
                </a:lnTo>
                <a:lnTo>
                  <a:pt x="1664208" y="1295400"/>
                </a:lnTo>
                <a:lnTo>
                  <a:pt x="849503" y="1295400"/>
                </a:lnTo>
                <a:lnTo>
                  <a:pt x="744219" y="1308100"/>
                </a:lnTo>
                <a:lnTo>
                  <a:pt x="2998342" y="1308100"/>
                </a:lnTo>
                <a:lnTo>
                  <a:pt x="3560191" y="1282700"/>
                </a:lnTo>
                <a:lnTo>
                  <a:pt x="2253995" y="1282700"/>
                </a:lnTo>
                <a:lnTo>
                  <a:pt x="2268092" y="1270000"/>
                </a:lnTo>
                <a:close/>
              </a:path>
              <a:path w="4852670" h="1346200">
                <a:moveTo>
                  <a:pt x="1664208" y="1282700"/>
                </a:moveTo>
                <a:lnTo>
                  <a:pt x="1572894" y="1282700"/>
                </a:lnTo>
                <a:lnTo>
                  <a:pt x="1432433" y="1295400"/>
                </a:lnTo>
                <a:lnTo>
                  <a:pt x="1650111" y="1295400"/>
                </a:lnTo>
                <a:lnTo>
                  <a:pt x="1664208" y="1294967"/>
                </a:lnTo>
                <a:lnTo>
                  <a:pt x="1664208" y="1282700"/>
                </a:lnTo>
                <a:close/>
              </a:path>
              <a:path w="4852670" h="1346200">
                <a:moveTo>
                  <a:pt x="2373376" y="1270000"/>
                </a:moveTo>
                <a:lnTo>
                  <a:pt x="2303144" y="1270000"/>
                </a:lnTo>
                <a:lnTo>
                  <a:pt x="2253995" y="1282700"/>
                </a:lnTo>
                <a:lnTo>
                  <a:pt x="2464689" y="1282700"/>
                </a:lnTo>
                <a:lnTo>
                  <a:pt x="2373376" y="1270000"/>
                </a:lnTo>
                <a:close/>
              </a:path>
              <a:path w="4852670" h="1346200">
                <a:moveTo>
                  <a:pt x="2717418" y="1270000"/>
                </a:moveTo>
                <a:lnTo>
                  <a:pt x="2534919" y="1270000"/>
                </a:lnTo>
                <a:lnTo>
                  <a:pt x="2471801" y="1282700"/>
                </a:lnTo>
                <a:lnTo>
                  <a:pt x="2640330" y="1282700"/>
                </a:lnTo>
                <a:lnTo>
                  <a:pt x="2717418" y="1270000"/>
                </a:lnTo>
                <a:close/>
              </a:path>
              <a:path w="4852670" h="1346200">
                <a:moveTo>
                  <a:pt x="4121912" y="1270000"/>
                </a:moveTo>
                <a:lnTo>
                  <a:pt x="2935224" y="1270000"/>
                </a:lnTo>
                <a:lnTo>
                  <a:pt x="2871978" y="1282700"/>
                </a:lnTo>
                <a:lnTo>
                  <a:pt x="3560191" y="1282700"/>
                </a:lnTo>
                <a:lnTo>
                  <a:pt x="4121912" y="1270000"/>
                </a:lnTo>
                <a:close/>
              </a:path>
              <a:path w="4852670" h="1346200">
                <a:moveTo>
                  <a:pt x="2345309" y="1257300"/>
                </a:moveTo>
                <a:lnTo>
                  <a:pt x="2282063" y="1257300"/>
                </a:lnTo>
                <a:lnTo>
                  <a:pt x="2253995" y="1270000"/>
                </a:lnTo>
                <a:lnTo>
                  <a:pt x="2317241" y="1270000"/>
                </a:lnTo>
                <a:lnTo>
                  <a:pt x="2345309" y="1257300"/>
                </a:lnTo>
                <a:close/>
              </a:path>
              <a:path w="4852670" h="1346200">
                <a:moveTo>
                  <a:pt x="4746879" y="1257300"/>
                </a:moveTo>
                <a:lnTo>
                  <a:pt x="2731516" y="1257300"/>
                </a:lnTo>
                <a:lnTo>
                  <a:pt x="2710434" y="1270000"/>
                </a:lnTo>
                <a:lnTo>
                  <a:pt x="4704715" y="1270000"/>
                </a:lnTo>
                <a:lnTo>
                  <a:pt x="4746879" y="1257300"/>
                </a:lnTo>
                <a:close/>
              </a:path>
              <a:path w="4852670" h="1346200">
                <a:moveTo>
                  <a:pt x="4704715" y="0"/>
                </a:moveTo>
                <a:lnTo>
                  <a:pt x="4402836" y="0"/>
                </a:lnTo>
                <a:lnTo>
                  <a:pt x="4367657" y="12700"/>
                </a:lnTo>
                <a:lnTo>
                  <a:pt x="2717418" y="12700"/>
                </a:lnTo>
                <a:lnTo>
                  <a:pt x="2598166" y="25400"/>
                </a:lnTo>
                <a:lnTo>
                  <a:pt x="4543170" y="25400"/>
                </a:lnTo>
                <a:lnTo>
                  <a:pt x="4585335" y="38100"/>
                </a:lnTo>
                <a:lnTo>
                  <a:pt x="4648581" y="38100"/>
                </a:lnTo>
                <a:lnTo>
                  <a:pt x="4655566" y="50800"/>
                </a:lnTo>
                <a:lnTo>
                  <a:pt x="4662678" y="101600"/>
                </a:lnTo>
                <a:lnTo>
                  <a:pt x="4662678" y="177800"/>
                </a:lnTo>
                <a:lnTo>
                  <a:pt x="4655566" y="381000"/>
                </a:lnTo>
                <a:lnTo>
                  <a:pt x="4655566" y="482600"/>
                </a:lnTo>
                <a:lnTo>
                  <a:pt x="4662678" y="584200"/>
                </a:lnTo>
                <a:lnTo>
                  <a:pt x="4676648" y="673100"/>
                </a:lnTo>
                <a:lnTo>
                  <a:pt x="4683633" y="698500"/>
                </a:lnTo>
                <a:lnTo>
                  <a:pt x="4697730" y="723900"/>
                </a:lnTo>
                <a:lnTo>
                  <a:pt x="4697730" y="749300"/>
                </a:lnTo>
                <a:lnTo>
                  <a:pt x="4704715" y="774700"/>
                </a:lnTo>
                <a:lnTo>
                  <a:pt x="4704715" y="800100"/>
                </a:lnTo>
                <a:lnTo>
                  <a:pt x="4697730" y="838200"/>
                </a:lnTo>
                <a:lnTo>
                  <a:pt x="4676648" y="914400"/>
                </a:lnTo>
                <a:lnTo>
                  <a:pt x="4655566" y="1003300"/>
                </a:lnTo>
                <a:lnTo>
                  <a:pt x="4648581" y="1041400"/>
                </a:lnTo>
                <a:lnTo>
                  <a:pt x="4655566" y="1079500"/>
                </a:lnTo>
                <a:lnTo>
                  <a:pt x="4655566" y="1143000"/>
                </a:lnTo>
                <a:lnTo>
                  <a:pt x="4641595" y="1155700"/>
                </a:lnTo>
                <a:lnTo>
                  <a:pt x="4634611" y="1181100"/>
                </a:lnTo>
                <a:lnTo>
                  <a:pt x="4613529" y="1193800"/>
                </a:lnTo>
                <a:lnTo>
                  <a:pt x="4585335" y="1206500"/>
                </a:lnTo>
                <a:lnTo>
                  <a:pt x="4627499" y="1206500"/>
                </a:lnTo>
                <a:lnTo>
                  <a:pt x="4613529" y="1219200"/>
                </a:lnTo>
                <a:lnTo>
                  <a:pt x="4171061" y="1219200"/>
                </a:lnTo>
                <a:lnTo>
                  <a:pt x="4079748" y="1231900"/>
                </a:lnTo>
                <a:lnTo>
                  <a:pt x="3791839" y="1231900"/>
                </a:lnTo>
                <a:lnTo>
                  <a:pt x="3805936" y="1244600"/>
                </a:lnTo>
                <a:lnTo>
                  <a:pt x="3349498" y="1244600"/>
                </a:lnTo>
                <a:lnTo>
                  <a:pt x="2977261" y="1257300"/>
                </a:lnTo>
                <a:lnTo>
                  <a:pt x="4760976" y="1257300"/>
                </a:lnTo>
                <a:lnTo>
                  <a:pt x="4774945" y="1244600"/>
                </a:lnTo>
                <a:lnTo>
                  <a:pt x="4789043" y="1219200"/>
                </a:lnTo>
                <a:lnTo>
                  <a:pt x="4803140" y="1181100"/>
                </a:lnTo>
                <a:lnTo>
                  <a:pt x="4803140" y="1155700"/>
                </a:lnTo>
                <a:lnTo>
                  <a:pt x="4810125" y="1079500"/>
                </a:lnTo>
                <a:lnTo>
                  <a:pt x="4810125" y="1028700"/>
                </a:lnTo>
                <a:lnTo>
                  <a:pt x="4831207" y="889000"/>
                </a:lnTo>
                <a:lnTo>
                  <a:pt x="4838192" y="787400"/>
                </a:lnTo>
                <a:lnTo>
                  <a:pt x="4845177" y="723900"/>
                </a:lnTo>
                <a:lnTo>
                  <a:pt x="4852162" y="723900"/>
                </a:lnTo>
                <a:lnTo>
                  <a:pt x="4852162" y="660400"/>
                </a:lnTo>
                <a:lnTo>
                  <a:pt x="4845177" y="660400"/>
                </a:lnTo>
                <a:lnTo>
                  <a:pt x="4831207" y="609600"/>
                </a:lnTo>
                <a:lnTo>
                  <a:pt x="4824095" y="558800"/>
                </a:lnTo>
                <a:lnTo>
                  <a:pt x="4817110" y="508000"/>
                </a:lnTo>
                <a:lnTo>
                  <a:pt x="4810125" y="444500"/>
                </a:lnTo>
                <a:lnTo>
                  <a:pt x="4824095" y="444500"/>
                </a:lnTo>
                <a:lnTo>
                  <a:pt x="4824095" y="406400"/>
                </a:lnTo>
                <a:lnTo>
                  <a:pt x="4817110" y="381000"/>
                </a:lnTo>
                <a:lnTo>
                  <a:pt x="4831143" y="381000"/>
                </a:lnTo>
                <a:lnTo>
                  <a:pt x="4838192" y="368300"/>
                </a:lnTo>
                <a:lnTo>
                  <a:pt x="4831207" y="342900"/>
                </a:lnTo>
                <a:lnTo>
                  <a:pt x="4827650" y="330200"/>
                </a:lnTo>
                <a:lnTo>
                  <a:pt x="4803140" y="330200"/>
                </a:lnTo>
                <a:lnTo>
                  <a:pt x="4789043" y="279400"/>
                </a:lnTo>
                <a:lnTo>
                  <a:pt x="4774945" y="254000"/>
                </a:lnTo>
                <a:lnTo>
                  <a:pt x="4767961" y="254000"/>
                </a:lnTo>
                <a:lnTo>
                  <a:pt x="4767961" y="241300"/>
                </a:lnTo>
                <a:lnTo>
                  <a:pt x="4782058" y="228600"/>
                </a:lnTo>
                <a:lnTo>
                  <a:pt x="4782058" y="203200"/>
                </a:lnTo>
                <a:lnTo>
                  <a:pt x="4767961" y="203200"/>
                </a:lnTo>
                <a:lnTo>
                  <a:pt x="4746879" y="190500"/>
                </a:lnTo>
                <a:lnTo>
                  <a:pt x="4739894" y="165100"/>
                </a:lnTo>
                <a:lnTo>
                  <a:pt x="4732782" y="139700"/>
                </a:lnTo>
                <a:lnTo>
                  <a:pt x="4725796" y="114300"/>
                </a:lnTo>
                <a:lnTo>
                  <a:pt x="4725796" y="12700"/>
                </a:lnTo>
                <a:lnTo>
                  <a:pt x="4704715" y="0"/>
                </a:lnTo>
                <a:close/>
              </a:path>
              <a:path w="4852670" h="1346200">
                <a:moveTo>
                  <a:pt x="6985" y="1143000"/>
                </a:moveTo>
                <a:lnTo>
                  <a:pt x="13970" y="1168400"/>
                </a:lnTo>
                <a:lnTo>
                  <a:pt x="13970" y="1193800"/>
                </a:lnTo>
                <a:lnTo>
                  <a:pt x="28067" y="1193800"/>
                </a:lnTo>
                <a:lnTo>
                  <a:pt x="20955" y="1219200"/>
                </a:lnTo>
                <a:lnTo>
                  <a:pt x="63119" y="1219200"/>
                </a:lnTo>
                <a:lnTo>
                  <a:pt x="56134" y="1181100"/>
                </a:lnTo>
                <a:lnTo>
                  <a:pt x="56134" y="1168400"/>
                </a:lnTo>
                <a:lnTo>
                  <a:pt x="28067" y="1168400"/>
                </a:lnTo>
                <a:lnTo>
                  <a:pt x="13970" y="1155700"/>
                </a:lnTo>
                <a:lnTo>
                  <a:pt x="6985" y="1143000"/>
                </a:lnTo>
                <a:close/>
              </a:path>
              <a:path w="4852670" h="1346200">
                <a:moveTo>
                  <a:pt x="4578350" y="1206500"/>
                </a:moveTo>
                <a:lnTo>
                  <a:pt x="4585335" y="1219200"/>
                </a:lnTo>
                <a:lnTo>
                  <a:pt x="4599432" y="1219200"/>
                </a:lnTo>
                <a:lnTo>
                  <a:pt x="4578350" y="1206500"/>
                </a:lnTo>
                <a:close/>
              </a:path>
              <a:path w="4852670" h="1346200">
                <a:moveTo>
                  <a:pt x="344043" y="50800"/>
                </a:moveTo>
                <a:lnTo>
                  <a:pt x="259714" y="152400"/>
                </a:lnTo>
                <a:lnTo>
                  <a:pt x="175513" y="279400"/>
                </a:lnTo>
                <a:lnTo>
                  <a:pt x="147447" y="330200"/>
                </a:lnTo>
                <a:lnTo>
                  <a:pt x="126364" y="381000"/>
                </a:lnTo>
                <a:lnTo>
                  <a:pt x="112268" y="431800"/>
                </a:lnTo>
                <a:lnTo>
                  <a:pt x="119252" y="444500"/>
                </a:lnTo>
                <a:lnTo>
                  <a:pt x="126364" y="469900"/>
                </a:lnTo>
                <a:lnTo>
                  <a:pt x="98171" y="482600"/>
                </a:lnTo>
                <a:lnTo>
                  <a:pt x="84200" y="508000"/>
                </a:lnTo>
                <a:lnTo>
                  <a:pt x="77088" y="533400"/>
                </a:lnTo>
                <a:lnTo>
                  <a:pt x="77088" y="685800"/>
                </a:lnTo>
                <a:lnTo>
                  <a:pt x="49022" y="876300"/>
                </a:lnTo>
                <a:lnTo>
                  <a:pt x="35051" y="977900"/>
                </a:lnTo>
                <a:lnTo>
                  <a:pt x="28067" y="1079500"/>
                </a:lnTo>
                <a:lnTo>
                  <a:pt x="35051" y="1117600"/>
                </a:lnTo>
                <a:lnTo>
                  <a:pt x="28067" y="1168400"/>
                </a:lnTo>
                <a:lnTo>
                  <a:pt x="56134" y="1168400"/>
                </a:lnTo>
                <a:lnTo>
                  <a:pt x="56134" y="1104900"/>
                </a:lnTo>
                <a:lnTo>
                  <a:pt x="77088" y="1028700"/>
                </a:lnTo>
                <a:lnTo>
                  <a:pt x="98171" y="952500"/>
                </a:lnTo>
                <a:lnTo>
                  <a:pt x="126364" y="863600"/>
                </a:lnTo>
                <a:lnTo>
                  <a:pt x="182499" y="723900"/>
                </a:lnTo>
                <a:lnTo>
                  <a:pt x="196596" y="723900"/>
                </a:lnTo>
                <a:lnTo>
                  <a:pt x="196596" y="711200"/>
                </a:lnTo>
                <a:lnTo>
                  <a:pt x="189737" y="698500"/>
                </a:lnTo>
                <a:lnTo>
                  <a:pt x="194881" y="660400"/>
                </a:lnTo>
                <a:lnTo>
                  <a:pt x="182499" y="660400"/>
                </a:lnTo>
                <a:lnTo>
                  <a:pt x="182499" y="596900"/>
                </a:lnTo>
                <a:lnTo>
                  <a:pt x="219879" y="596900"/>
                </a:lnTo>
                <a:lnTo>
                  <a:pt x="224536" y="571500"/>
                </a:lnTo>
                <a:lnTo>
                  <a:pt x="224536" y="482600"/>
                </a:lnTo>
                <a:lnTo>
                  <a:pt x="238633" y="457200"/>
                </a:lnTo>
                <a:lnTo>
                  <a:pt x="245618" y="419100"/>
                </a:lnTo>
                <a:lnTo>
                  <a:pt x="245618" y="368300"/>
                </a:lnTo>
                <a:lnTo>
                  <a:pt x="238633" y="355600"/>
                </a:lnTo>
                <a:lnTo>
                  <a:pt x="252730" y="355600"/>
                </a:lnTo>
                <a:lnTo>
                  <a:pt x="266700" y="254000"/>
                </a:lnTo>
                <a:lnTo>
                  <a:pt x="273812" y="241300"/>
                </a:lnTo>
                <a:lnTo>
                  <a:pt x="280797" y="241300"/>
                </a:lnTo>
                <a:lnTo>
                  <a:pt x="287782" y="228600"/>
                </a:lnTo>
                <a:lnTo>
                  <a:pt x="273812" y="203200"/>
                </a:lnTo>
                <a:lnTo>
                  <a:pt x="287782" y="203200"/>
                </a:lnTo>
                <a:lnTo>
                  <a:pt x="322961" y="139700"/>
                </a:lnTo>
                <a:lnTo>
                  <a:pt x="344043" y="50800"/>
                </a:lnTo>
                <a:close/>
              </a:path>
              <a:path w="4852670" h="1346200">
                <a:moveTo>
                  <a:pt x="196596" y="723900"/>
                </a:moveTo>
                <a:lnTo>
                  <a:pt x="182499" y="723900"/>
                </a:lnTo>
                <a:lnTo>
                  <a:pt x="189484" y="736600"/>
                </a:lnTo>
                <a:lnTo>
                  <a:pt x="196596" y="749300"/>
                </a:lnTo>
                <a:lnTo>
                  <a:pt x="196596" y="723900"/>
                </a:lnTo>
                <a:close/>
              </a:path>
              <a:path w="4852670" h="1346200">
                <a:moveTo>
                  <a:pt x="196596" y="647700"/>
                </a:moveTo>
                <a:lnTo>
                  <a:pt x="182499" y="660400"/>
                </a:lnTo>
                <a:lnTo>
                  <a:pt x="194881" y="660400"/>
                </a:lnTo>
                <a:lnTo>
                  <a:pt x="196596" y="647700"/>
                </a:lnTo>
                <a:close/>
              </a:path>
              <a:path w="4852670" h="1346200">
                <a:moveTo>
                  <a:pt x="4852162" y="647700"/>
                </a:moveTo>
                <a:lnTo>
                  <a:pt x="4845177" y="660400"/>
                </a:lnTo>
                <a:lnTo>
                  <a:pt x="4852162" y="660400"/>
                </a:lnTo>
                <a:lnTo>
                  <a:pt x="4852162" y="647700"/>
                </a:lnTo>
                <a:close/>
              </a:path>
              <a:path w="4852670" h="1346200">
                <a:moveTo>
                  <a:pt x="219879" y="596900"/>
                </a:moveTo>
                <a:lnTo>
                  <a:pt x="182499" y="596900"/>
                </a:lnTo>
                <a:lnTo>
                  <a:pt x="196596" y="609600"/>
                </a:lnTo>
                <a:lnTo>
                  <a:pt x="217550" y="609600"/>
                </a:lnTo>
                <a:lnTo>
                  <a:pt x="219879" y="596900"/>
                </a:lnTo>
                <a:close/>
              </a:path>
              <a:path w="4852670" h="1346200">
                <a:moveTo>
                  <a:pt x="4824095" y="444500"/>
                </a:moveTo>
                <a:lnTo>
                  <a:pt x="4810125" y="444500"/>
                </a:lnTo>
                <a:lnTo>
                  <a:pt x="4824095" y="482600"/>
                </a:lnTo>
                <a:lnTo>
                  <a:pt x="4824095" y="444500"/>
                </a:lnTo>
                <a:close/>
              </a:path>
              <a:path w="4852670" h="1346200">
                <a:moveTo>
                  <a:pt x="4831143" y="381000"/>
                </a:moveTo>
                <a:lnTo>
                  <a:pt x="4817110" y="381000"/>
                </a:lnTo>
                <a:lnTo>
                  <a:pt x="4824095" y="393700"/>
                </a:lnTo>
                <a:lnTo>
                  <a:pt x="4831143" y="381000"/>
                </a:lnTo>
                <a:close/>
              </a:path>
              <a:path w="4852670" h="1346200">
                <a:moveTo>
                  <a:pt x="4817110" y="292100"/>
                </a:moveTo>
                <a:lnTo>
                  <a:pt x="4804791" y="292100"/>
                </a:lnTo>
                <a:lnTo>
                  <a:pt x="4810125" y="304800"/>
                </a:lnTo>
                <a:lnTo>
                  <a:pt x="4817110" y="317500"/>
                </a:lnTo>
                <a:lnTo>
                  <a:pt x="4803140" y="317500"/>
                </a:lnTo>
                <a:lnTo>
                  <a:pt x="4803140" y="330200"/>
                </a:lnTo>
                <a:lnTo>
                  <a:pt x="4827650" y="330200"/>
                </a:lnTo>
                <a:lnTo>
                  <a:pt x="4824095" y="317500"/>
                </a:lnTo>
                <a:lnTo>
                  <a:pt x="4817110" y="292100"/>
                </a:lnTo>
                <a:close/>
              </a:path>
              <a:path w="4852670" h="1346200">
                <a:moveTo>
                  <a:pt x="4803140" y="203200"/>
                </a:moveTo>
                <a:lnTo>
                  <a:pt x="4782058" y="203200"/>
                </a:lnTo>
                <a:lnTo>
                  <a:pt x="4796028" y="215900"/>
                </a:lnTo>
                <a:lnTo>
                  <a:pt x="4810125" y="254000"/>
                </a:lnTo>
                <a:lnTo>
                  <a:pt x="4824095" y="279400"/>
                </a:lnTo>
                <a:lnTo>
                  <a:pt x="4831207" y="304800"/>
                </a:lnTo>
                <a:lnTo>
                  <a:pt x="4831207" y="279400"/>
                </a:lnTo>
                <a:lnTo>
                  <a:pt x="4824095" y="254000"/>
                </a:lnTo>
                <a:lnTo>
                  <a:pt x="4803140" y="203200"/>
                </a:lnTo>
                <a:close/>
              </a:path>
              <a:path w="4852670" h="1346200">
                <a:moveTo>
                  <a:pt x="280797" y="241300"/>
                </a:moveTo>
                <a:lnTo>
                  <a:pt x="273812" y="241300"/>
                </a:lnTo>
                <a:lnTo>
                  <a:pt x="273812" y="254000"/>
                </a:lnTo>
                <a:lnTo>
                  <a:pt x="280797" y="241300"/>
                </a:lnTo>
                <a:close/>
              </a:path>
              <a:path w="4852670" h="1346200">
                <a:moveTo>
                  <a:pt x="4774945" y="152400"/>
                </a:moveTo>
                <a:lnTo>
                  <a:pt x="4767961" y="203200"/>
                </a:lnTo>
                <a:lnTo>
                  <a:pt x="4796028" y="203200"/>
                </a:lnTo>
                <a:lnTo>
                  <a:pt x="4782058" y="190500"/>
                </a:lnTo>
                <a:lnTo>
                  <a:pt x="4774945" y="152400"/>
                </a:lnTo>
                <a:close/>
              </a:path>
              <a:path w="4852670" h="1346200">
                <a:moveTo>
                  <a:pt x="1790573" y="38100"/>
                </a:moveTo>
                <a:lnTo>
                  <a:pt x="1664208" y="38100"/>
                </a:lnTo>
                <a:lnTo>
                  <a:pt x="1636014" y="50800"/>
                </a:lnTo>
                <a:lnTo>
                  <a:pt x="1790573" y="38100"/>
                </a:lnTo>
                <a:close/>
              </a:path>
              <a:path w="4852670" h="1346200">
                <a:moveTo>
                  <a:pt x="2190877" y="38100"/>
                </a:moveTo>
                <a:lnTo>
                  <a:pt x="1945005" y="38100"/>
                </a:lnTo>
                <a:lnTo>
                  <a:pt x="1853818" y="50800"/>
                </a:lnTo>
                <a:lnTo>
                  <a:pt x="2050414" y="50800"/>
                </a:lnTo>
                <a:lnTo>
                  <a:pt x="2190877" y="38100"/>
                </a:lnTo>
                <a:close/>
              </a:path>
              <a:path w="4852670" h="1346200">
                <a:moveTo>
                  <a:pt x="2584068" y="38100"/>
                </a:moveTo>
                <a:lnTo>
                  <a:pt x="2310257" y="38100"/>
                </a:lnTo>
                <a:lnTo>
                  <a:pt x="2380361" y="50800"/>
                </a:lnTo>
                <a:lnTo>
                  <a:pt x="2478786" y="50800"/>
                </a:lnTo>
                <a:lnTo>
                  <a:pt x="2584068" y="38100"/>
                </a:lnTo>
                <a:close/>
              </a:path>
              <a:path w="4852670" h="1346200">
                <a:moveTo>
                  <a:pt x="2127631" y="25400"/>
                </a:moveTo>
                <a:lnTo>
                  <a:pt x="2001265" y="38100"/>
                </a:lnTo>
                <a:lnTo>
                  <a:pt x="2057400" y="38100"/>
                </a:lnTo>
                <a:lnTo>
                  <a:pt x="2127631" y="25400"/>
                </a:lnTo>
                <a:close/>
              </a:path>
              <a:path w="4852670" h="1346200">
                <a:moveTo>
                  <a:pt x="2900044" y="25400"/>
                </a:moveTo>
                <a:lnTo>
                  <a:pt x="2275078" y="25400"/>
                </a:lnTo>
                <a:lnTo>
                  <a:pt x="2169794" y="38100"/>
                </a:lnTo>
                <a:lnTo>
                  <a:pt x="2893060" y="38100"/>
                </a:lnTo>
                <a:lnTo>
                  <a:pt x="2900044" y="25400"/>
                </a:lnTo>
                <a:close/>
              </a:path>
              <a:path w="4852670" h="1346200">
                <a:moveTo>
                  <a:pt x="2998342" y="25400"/>
                </a:moveTo>
                <a:lnTo>
                  <a:pt x="2977261" y="25400"/>
                </a:lnTo>
                <a:lnTo>
                  <a:pt x="2963291" y="38100"/>
                </a:lnTo>
                <a:lnTo>
                  <a:pt x="2998342" y="25400"/>
                </a:lnTo>
                <a:close/>
              </a:path>
              <a:path w="4852670" h="1346200">
                <a:moveTo>
                  <a:pt x="3286252" y="25400"/>
                </a:moveTo>
                <a:lnTo>
                  <a:pt x="3019425" y="25400"/>
                </a:lnTo>
                <a:lnTo>
                  <a:pt x="3089656" y="38100"/>
                </a:lnTo>
                <a:lnTo>
                  <a:pt x="3286252" y="25400"/>
                </a:lnTo>
                <a:close/>
              </a:path>
              <a:path w="4852670" h="1346200">
                <a:moveTo>
                  <a:pt x="3763771" y="25400"/>
                </a:moveTo>
                <a:lnTo>
                  <a:pt x="3482848" y="25400"/>
                </a:lnTo>
                <a:lnTo>
                  <a:pt x="3265296" y="38100"/>
                </a:lnTo>
                <a:lnTo>
                  <a:pt x="3518027" y="38100"/>
                </a:lnTo>
                <a:lnTo>
                  <a:pt x="3763771" y="25400"/>
                </a:lnTo>
                <a:close/>
              </a:path>
              <a:path w="4852670" h="1346200">
                <a:moveTo>
                  <a:pt x="2513838" y="12700"/>
                </a:moveTo>
                <a:lnTo>
                  <a:pt x="2485770" y="12700"/>
                </a:lnTo>
                <a:lnTo>
                  <a:pt x="2415540" y="25400"/>
                </a:lnTo>
                <a:lnTo>
                  <a:pt x="2527935" y="25400"/>
                </a:lnTo>
                <a:lnTo>
                  <a:pt x="2513838" y="12700"/>
                </a:lnTo>
                <a:close/>
              </a:path>
              <a:path w="4852670" h="1346200">
                <a:moveTo>
                  <a:pt x="3265296" y="0"/>
                </a:moveTo>
                <a:lnTo>
                  <a:pt x="3279266" y="12700"/>
                </a:lnTo>
                <a:lnTo>
                  <a:pt x="3440811" y="12700"/>
                </a:lnTo>
                <a:lnTo>
                  <a:pt x="3265296" y="0"/>
                </a:lnTo>
                <a:close/>
              </a:path>
              <a:path w="4852670" h="1346200">
                <a:moveTo>
                  <a:pt x="4227195" y="0"/>
                </a:moveTo>
                <a:lnTo>
                  <a:pt x="3770757" y="0"/>
                </a:lnTo>
                <a:lnTo>
                  <a:pt x="3616325" y="12700"/>
                </a:lnTo>
                <a:lnTo>
                  <a:pt x="4318508" y="12700"/>
                </a:lnTo>
                <a:lnTo>
                  <a:pt x="4227195" y="0"/>
                </a:lnTo>
                <a:close/>
              </a:path>
            </a:pathLst>
          </a:custGeom>
          <a:solidFill>
            <a:srgbClr val="FFFFFF"/>
          </a:solidFill>
        </p:spPr>
        <p:txBody>
          <a:bodyPr wrap="square" lIns="0" tIns="0" rIns="0" bIns="0" rtlCol="0"/>
          <a:lstStyle/>
          <a:p>
            <a:pPr defTabSz="554492">
              <a:defRPr/>
            </a:pPr>
            <a:endParaRPr sz="1092">
              <a:solidFill>
                <a:sysClr val="windowText" lastClr="000000"/>
              </a:solidFill>
              <a:latin typeface="Calibri"/>
            </a:endParaRPr>
          </a:p>
        </p:txBody>
      </p:sp>
      <p:pic>
        <p:nvPicPr>
          <p:cNvPr id="21" name="object 7">
            <a:extLst>
              <a:ext uri="{FF2B5EF4-FFF2-40B4-BE49-F238E27FC236}">
                <a16:creationId xmlns:a16="http://schemas.microsoft.com/office/drawing/2014/main" id="{4E6938A4-2D83-6323-1640-1425F685B5CA}"/>
              </a:ext>
            </a:extLst>
          </p:cNvPr>
          <p:cNvPicPr/>
          <p:nvPr/>
        </p:nvPicPr>
        <p:blipFill>
          <a:blip r:embed="rId7" cstate="print"/>
          <a:stretch>
            <a:fillRect/>
          </a:stretch>
        </p:blipFill>
        <p:spPr>
          <a:xfrm>
            <a:off x="8744334" y="2412430"/>
            <a:ext cx="852071" cy="745485"/>
          </a:xfrm>
          <a:prstGeom prst="rect">
            <a:avLst/>
          </a:prstGeom>
        </p:spPr>
      </p:pic>
      <p:sp>
        <p:nvSpPr>
          <p:cNvPr id="23" name="object 5">
            <a:extLst>
              <a:ext uri="{FF2B5EF4-FFF2-40B4-BE49-F238E27FC236}">
                <a16:creationId xmlns:a16="http://schemas.microsoft.com/office/drawing/2014/main" id="{4A92AAAE-5E6D-3108-B49F-AB8875941804}"/>
              </a:ext>
            </a:extLst>
          </p:cNvPr>
          <p:cNvSpPr/>
          <p:nvPr/>
        </p:nvSpPr>
        <p:spPr>
          <a:xfrm>
            <a:off x="1435506" y="1745468"/>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8464C"/>
          </a:solidFill>
        </p:spPr>
        <p:txBody>
          <a:bodyPr wrap="square" lIns="0" tIns="0" rIns="0" bIns="0" rtlCol="0"/>
          <a:lstStyle/>
          <a:p>
            <a:pPr defTabSz="554492"/>
            <a:endParaRPr sz="1092" kern="0">
              <a:solidFill>
                <a:sysClr val="windowText" lastClr="000000"/>
              </a:solidFill>
            </a:endParaRPr>
          </a:p>
        </p:txBody>
      </p:sp>
      <p:sp>
        <p:nvSpPr>
          <p:cNvPr id="24" name="object 6">
            <a:extLst>
              <a:ext uri="{FF2B5EF4-FFF2-40B4-BE49-F238E27FC236}">
                <a16:creationId xmlns:a16="http://schemas.microsoft.com/office/drawing/2014/main" id="{C6B0E1A6-40B6-F47F-4EA6-6C84A9C72A54}"/>
              </a:ext>
            </a:extLst>
          </p:cNvPr>
          <p:cNvSpPr txBox="1"/>
          <p:nvPr/>
        </p:nvSpPr>
        <p:spPr>
          <a:xfrm>
            <a:off x="2113378" y="2681101"/>
            <a:ext cx="1940770"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Tasks</a:t>
            </a:r>
            <a:endParaRPr sz="2001" kern="0" dirty="0">
              <a:solidFill>
                <a:sysClr val="windowText" lastClr="000000"/>
              </a:solidFill>
              <a:latin typeface="Arial"/>
              <a:cs typeface="Arial"/>
            </a:endParaRPr>
          </a:p>
        </p:txBody>
      </p:sp>
      <p:sp>
        <p:nvSpPr>
          <p:cNvPr id="32" name="TextBox 31">
            <a:extLst>
              <a:ext uri="{FF2B5EF4-FFF2-40B4-BE49-F238E27FC236}">
                <a16:creationId xmlns:a16="http://schemas.microsoft.com/office/drawing/2014/main" id="{A7B542EE-E5FB-0AAE-C3CB-9BD9FA3E114D}"/>
              </a:ext>
            </a:extLst>
          </p:cNvPr>
          <p:cNvSpPr txBox="1"/>
          <p:nvPr/>
        </p:nvSpPr>
        <p:spPr>
          <a:xfrm rot="20508270" flipH="1">
            <a:off x="596399" y="4199636"/>
            <a:ext cx="2777275" cy="558936"/>
          </a:xfrm>
          <a:prstGeom prst="rect">
            <a:avLst/>
          </a:prstGeom>
          <a:noFill/>
        </p:spPr>
        <p:txBody>
          <a:bodyPr wrap="square" rtlCol="0">
            <a:spAutoFit/>
          </a:bodyPr>
          <a:lstStyle/>
          <a:p>
            <a:pPr algn="ctr" defTabSz="554492"/>
            <a:r>
              <a:rPr lang="en-US" sz="1940" b="1" kern="0" dirty="0">
                <a:solidFill>
                  <a:prstClr val="black"/>
                </a:solidFill>
                <a:latin typeface="Arial" panose="020B0604020202020204" pitchFamily="34" charset="0"/>
                <a:cs typeface="Arial" panose="020B0604020202020204" pitchFamily="34" charset="0"/>
              </a:rPr>
              <a:t>LECTURE THREE</a:t>
            </a:r>
            <a:endParaRPr lang="en-US" sz="1940" kern="0" dirty="0">
              <a:solidFill>
                <a:prstClr val="black"/>
              </a:solidFill>
              <a:latin typeface="Arial" panose="020B0604020202020204" pitchFamily="34" charset="0"/>
              <a:cs typeface="Arial" panose="020B0604020202020204" pitchFamily="34" charset="0"/>
            </a:endParaRPr>
          </a:p>
          <a:p>
            <a:pPr defTabSz="554492"/>
            <a:endParaRPr lang="en-US" sz="1092" kern="0" dirty="0">
              <a:solidFill>
                <a:sysClr val="windowText" lastClr="000000"/>
              </a:solidFill>
            </a:endParaRPr>
          </a:p>
        </p:txBody>
      </p:sp>
      <p:grpSp>
        <p:nvGrpSpPr>
          <p:cNvPr id="33" name="object 12">
            <a:extLst>
              <a:ext uri="{FF2B5EF4-FFF2-40B4-BE49-F238E27FC236}">
                <a16:creationId xmlns:a16="http://schemas.microsoft.com/office/drawing/2014/main" id="{96A1F89F-A782-28E9-A618-8A653D27CC32}"/>
              </a:ext>
            </a:extLst>
          </p:cNvPr>
          <p:cNvGrpSpPr/>
          <p:nvPr/>
        </p:nvGrpSpPr>
        <p:grpSpPr>
          <a:xfrm rot="7393496">
            <a:off x="1805343" y="4556730"/>
            <a:ext cx="634586" cy="317678"/>
            <a:chOff x="4909132" y="1558300"/>
            <a:chExt cx="1046480" cy="523875"/>
          </a:xfrm>
          <a:solidFill>
            <a:srgbClr val="FFFF00"/>
          </a:solidFill>
        </p:grpSpPr>
        <p:sp>
          <p:nvSpPr>
            <p:cNvPr id="34" name="object 13">
              <a:extLst>
                <a:ext uri="{FF2B5EF4-FFF2-40B4-BE49-F238E27FC236}">
                  <a16:creationId xmlns:a16="http://schemas.microsoft.com/office/drawing/2014/main" id="{766883AC-88AD-B6E3-1153-DBEE5F9A2802}"/>
                </a:ext>
              </a:extLst>
            </p:cNvPr>
            <p:cNvSpPr/>
            <p:nvPr/>
          </p:nvSpPr>
          <p:spPr>
            <a:xfrm>
              <a:off x="4977133" y="1660204"/>
              <a:ext cx="962660" cy="406400"/>
            </a:xfrm>
            <a:custGeom>
              <a:avLst/>
              <a:gdLst/>
              <a:ahLst/>
              <a:cxnLst/>
              <a:rect l="l" t="t" r="r" b="b"/>
              <a:pathLst>
                <a:path w="962660" h="406400">
                  <a:moveTo>
                    <a:pt x="962213" y="406163"/>
                  </a:moveTo>
                  <a:lnTo>
                    <a:pt x="903116" y="404020"/>
                  </a:lnTo>
                  <a:lnTo>
                    <a:pt x="845520" y="400380"/>
                  </a:lnTo>
                  <a:lnTo>
                    <a:pt x="789425" y="395242"/>
                  </a:lnTo>
                  <a:lnTo>
                    <a:pt x="734830" y="388606"/>
                  </a:lnTo>
                  <a:lnTo>
                    <a:pt x="681736" y="380473"/>
                  </a:lnTo>
                  <a:lnTo>
                    <a:pt x="630143" y="370842"/>
                  </a:lnTo>
                  <a:lnTo>
                    <a:pt x="580050" y="359714"/>
                  </a:lnTo>
                  <a:lnTo>
                    <a:pt x="531457" y="347088"/>
                  </a:lnTo>
                  <a:lnTo>
                    <a:pt x="484366" y="332965"/>
                  </a:lnTo>
                  <a:lnTo>
                    <a:pt x="438775" y="317344"/>
                  </a:lnTo>
                  <a:lnTo>
                    <a:pt x="394684" y="300226"/>
                  </a:lnTo>
                  <a:lnTo>
                    <a:pt x="352095" y="281610"/>
                  </a:lnTo>
                  <a:lnTo>
                    <a:pt x="311006" y="261496"/>
                  </a:lnTo>
                  <a:lnTo>
                    <a:pt x="271417" y="239885"/>
                  </a:lnTo>
                  <a:lnTo>
                    <a:pt x="233329" y="216777"/>
                  </a:lnTo>
                  <a:lnTo>
                    <a:pt x="196742" y="192171"/>
                  </a:lnTo>
                  <a:lnTo>
                    <a:pt x="161656" y="166067"/>
                  </a:lnTo>
                  <a:lnTo>
                    <a:pt x="128070" y="138466"/>
                  </a:lnTo>
                  <a:lnTo>
                    <a:pt x="95984" y="109367"/>
                  </a:lnTo>
                  <a:lnTo>
                    <a:pt x="65400" y="78771"/>
                  </a:lnTo>
                  <a:lnTo>
                    <a:pt x="36316" y="46678"/>
                  </a:lnTo>
                  <a:lnTo>
                    <a:pt x="8732" y="13086"/>
                  </a:lnTo>
                  <a:lnTo>
                    <a:pt x="0" y="0"/>
                  </a:lnTo>
                </a:path>
              </a:pathLst>
            </a:custGeom>
            <a:grpFill/>
            <a:ln w="31412">
              <a:solidFill>
                <a:srgbClr val="FFFF00"/>
              </a:solidFill>
            </a:ln>
          </p:spPr>
          <p:txBody>
            <a:bodyPr wrap="square" lIns="0" tIns="0" rIns="0" bIns="0" rtlCol="0"/>
            <a:lstStyle/>
            <a:p>
              <a:pPr defTabSz="554492"/>
              <a:endParaRPr sz="1092" kern="0">
                <a:solidFill>
                  <a:sysClr val="windowText" lastClr="000000"/>
                </a:solidFill>
              </a:endParaRPr>
            </a:p>
          </p:txBody>
        </p:sp>
        <p:sp>
          <p:nvSpPr>
            <p:cNvPr id="35" name="object 14">
              <a:extLst>
                <a:ext uri="{FF2B5EF4-FFF2-40B4-BE49-F238E27FC236}">
                  <a16:creationId xmlns:a16="http://schemas.microsoft.com/office/drawing/2014/main" id="{D9DF7EBA-6844-4ECA-5B09-77AB22C43712}"/>
                </a:ext>
              </a:extLst>
            </p:cNvPr>
            <p:cNvSpPr/>
            <p:nvPr/>
          </p:nvSpPr>
          <p:spPr>
            <a:xfrm>
              <a:off x="4909132" y="1558300"/>
              <a:ext cx="134620" cy="153670"/>
            </a:xfrm>
            <a:custGeom>
              <a:avLst/>
              <a:gdLst/>
              <a:ahLst/>
              <a:cxnLst/>
              <a:rect l="l" t="t" r="r" b="b"/>
              <a:pathLst>
                <a:path w="134620" h="153669">
                  <a:moveTo>
                    <a:pt x="0" y="0"/>
                  </a:moveTo>
                  <a:lnTo>
                    <a:pt x="19235" y="153328"/>
                  </a:lnTo>
                  <a:lnTo>
                    <a:pt x="134203" y="76609"/>
                  </a:lnTo>
                  <a:lnTo>
                    <a:pt x="0" y="0"/>
                  </a:lnTo>
                  <a:close/>
                </a:path>
              </a:pathLst>
            </a:custGeom>
            <a:grpFill/>
            <a:ln>
              <a:solidFill>
                <a:srgbClr val="FFFF00"/>
              </a:solidFill>
            </a:ln>
          </p:spPr>
          <p:txBody>
            <a:bodyPr wrap="square" lIns="0" tIns="0" rIns="0" bIns="0" rtlCol="0"/>
            <a:lstStyle/>
            <a:p>
              <a:pPr defTabSz="554492"/>
              <a:endParaRPr sz="1092" kern="0">
                <a:solidFill>
                  <a:sysClr val="windowText" lastClr="000000"/>
                </a:solidFill>
              </a:endParaRPr>
            </a:p>
          </p:txBody>
        </p:sp>
      </p:grpSp>
    </p:spTree>
    <p:extLst>
      <p:ext uri="{BB962C8B-B14F-4D97-AF65-F5344CB8AC3E}">
        <p14:creationId xmlns:p14="http://schemas.microsoft.com/office/powerpoint/2010/main" val="609091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8026671" cy="380695"/>
          </a:xfrm>
          <a:prstGeom prst="rect">
            <a:avLst/>
          </a:prstGeom>
        </p:spPr>
        <p:txBody>
          <a:bodyPr vert="horz" wrap="square" lIns="0" tIns="7316" rIns="0" bIns="0" rtlCol="0">
            <a:spAutoFit/>
          </a:bodyPr>
          <a:lstStyle/>
          <a:p>
            <a:pPr marL="7701">
              <a:spcBef>
                <a:spcPts val="58"/>
              </a:spcBef>
              <a:tabLst>
                <a:tab pos="1210641" algn="l"/>
                <a:tab pos="2864876" algn="l"/>
                <a:tab pos="4119415" algn="l"/>
                <a:tab pos="4757081" algn="l"/>
                <a:tab pos="5378189" algn="l"/>
                <a:tab pos="7131385" algn="l"/>
              </a:tabLst>
            </a:pPr>
            <a:r>
              <a:rPr lang="en-US" sz="2426" dirty="0"/>
              <a:t>TASKS</a:t>
            </a:r>
            <a:endParaRPr sz="2426" dirty="0"/>
          </a:p>
        </p:txBody>
      </p:sp>
      <p:sp>
        <p:nvSpPr>
          <p:cNvPr id="4" name="object 2">
            <a:extLst>
              <a:ext uri="{FF2B5EF4-FFF2-40B4-BE49-F238E27FC236}">
                <a16:creationId xmlns:a16="http://schemas.microsoft.com/office/drawing/2014/main" id="{CD236339-7DC6-5012-B1A4-87EE57A90F17}"/>
              </a:ext>
            </a:extLst>
          </p:cNvPr>
          <p:cNvSpPr txBox="1"/>
          <p:nvPr/>
        </p:nvSpPr>
        <p:spPr>
          <a:xfrm>
            <a:off x="333374" y="560050"/>
            <a:ext cx="5784215" cy="1640834"/>
          </a:xfrm>
          <a:prstGeom prst="rect">
            <a:avLst/>
          </a:prstGeom>
        </p:spPr>
        <p:txBody>
          <a:bodyPr vert="horz" wrap="square" lIns="0" tIns="12065" rIns="0" bIns="0" rtlCol="0">
            <a:spAutoFit/>
          </a:bodyPr>
          <a:lstStyle/>
          <a:p>
            <a:pPr marL="12065">
              <a:lnSpc>
                <a:spcPct val="100000"/>
              </a:lnSpc>
              <a:spcBef>
                <a:spcPts val="95"/>
              </a:spcBef>
              <a:tabLst>
                <a:tab pos="208279" algn="l"/>
              </a:tabLst>
            </a:pPr>
            <a:endParaRPr sz="2000" dirty="0">
              <a:latin typeface="Calibri"/>
              <a:cs typeface="Calibri"/>
            </a:endParaRPr>
          </a:p>
          <a:p>
            <a:pPr marL="12700">
              <a:lnSpc>
                <a:spcPct val="100000"/>
              </a:lnSpc>
              <a:spcBef>
                <a:spcPts val="40"/>
              </a:spcBef>
            </a:pPr>
            <a:r>
              <a:rPr lang="en-US" sz="2000" b="1" spc="-5" dirty="0">
                <a:latin typeface="Calibri"/>
                <a:cs typeface="Calibri"/>
              </a:rPr>
              <a:t>1. </a:t>
            </a:r>
            <a:r>
              <a:rPr sz="2000" b="1" spc="-5" dirty="0">
                <a:latin typeface="Calibri"/>
                <a:cs typeface="Calibri"/>
              </a:rPr>
              <a:t>Write a</a:t>
            </a:r>
            <a:r>
              <a:rPr sz="2000" b="1" dirty="0">
                <a:latin typeface="Calibri"/>
                <a:cs typeface="Calibri"/>
              </a:rPr>
              <a:t> </a:t>
            </a:r>
            <a:r>
              <a:rPr sz="2000" b="1" spc="-5" dirty="0">
                <a:latin typeface="Calibri"/>
                <a:cs typeface="Calibri"/>
              </a:rPr>
              <a:t>script</a:t>
            </a:r>
            <a:r>
              <a:rPr sz="2000" b="1" dirty="0">
                <a:latin typeface="Calibri"/>
                <a:cs typeface="Calibri"/>
              </a:rPr>
              <a:t> </a:t>
            </a:r>
            <a:r>
              <a:rPr sz="2000" b="1" spc="-5" dirty="0">
                <a:latin typeface="Calibri"/>
                <a:cs typeface="Calibri"/>
              </a:rPr>
              <a:t>that</a:t>
            </a:r>
            <a:r>
              <a:rPr sz="2000" b="1" spc="5" dirty="0">
                <a:latin typeface="Calibri"/>
                <a:cs typeface="Calibri"/>
              </a:rPr>
              <a:t> </a:t>
            </a:r>
            <a:r>
              <a:rPr sz="2000" b="1" spc="-5" dirty="0">
                <a:latin typeface="Calibri"/>
                <a:cs typeface="Calibri"/>
              </a:rPr>
              <a:t>ask the</a:t>
            </a:r>
            <a:r>
              <a:rPr sz="2000" b="1" dirty="0">
                <a:latin typeface="Calibri"/>
                <a:cs typeface="Calibri"/>
              </a:rPr>
              <a:t> </a:t>
            </a:r>
            <a:r>
              <a:rPr sz="2000" b="1" spc="-5" dirty="0">
                <a:latin typeface="Calibri"/>
                <a:cs typeface="Calibri"/>
              </a:rPr>
              <a:t>user</a:t>
            </a:r>
            <a:r>
              <a:rPr sz="2000" b="1" dirty="0">
                <a:latin typeface="Calibri"/>
                <a:cs typeface="Calibri"/>
              </a:rPr>
              <a:t> </a:t>
            </a:r>
            <a:r>
              <a:rPr sz="2000" b="1" spc="-5" dirty="0">
                <a:latin typeface="Calibri"/>
                <a:cs typeface="Calibri"/>
              </a:rPr>
              <a:t>to</a:t>
            </a:r>
            <a:endParaRPr sz="2000" dirty="0">
              <a:latin typeface="Calibri"/>
              <a:cs typeface="Calibri"/>
            </a:endParaRPr>
          </a:p>
          <a:p>
            <a:pPr marL="469265" lvl="1" indent="-228600">
              <a:lnSpc>
                <a:spcPct val="100000"/>
              </a:lnSpc>
              <a:spcBef>
                <a:spcPts val="705"/>
              </a:spcBef>
              <a:buFont typeface="Symbol"/>
              <a:buChar char=""/>
              <a:tabLst>
                <a:tab pos="469265" algn="l"/>
                <a:tab pos="469900" algn="l"/>
              </a:tabLst>
            </a:pPr>
            <a:r>
              <a:rPr sz="2000" b="1" spc="-5" dirty="0">
                <a:latin typeface="Calibri"/>
                <a:cs typeface="Calibri"/>
              </a:rPr>
              <a:t>Enter</a:t>
            </a:r>
            <a:r>
              <a:rPr sz="2000" b="1" dirty="0">
                <a:latin typeface="Calibri"/>
                <a:cs typeface="Calibri"/>
              </a:rPr>
              <a:t> </a:t>
            </a:r>
            <a:r>
              <a:rPr sz="2000" b="1" spc="-5" dirty="0">
                <a:latin typeface="Calibri"/>
                <a:cs typeface="Calibri"/>
              </a:rPr>
              <a:t>the</a:t>
            </a:r>
            <a:r>
              <a:rPr sz="2000" b="1" dirty="0">
                <a:latin typeface="Calibri"/>
                <a:cs typeface="Calibri"/>
              </a:rPr>
              <a:t> </a:t>
            </a:r>
            <a:r>
              <a:rPr sz="2000" b="1" spc="-5" dirty="0">
                <a:latin typeface="Calibri"/>
                <a:cs typeface="Calibri"/>
              </a:rPr>
              <a:t>value </a:t>
            </a:r>
            <a:r>
              <a:rPr sz="2000" b="1" spc="-10" dirty="0">
                <a:latin typeface="Calibri"/>
                <a:cs typeface="Calibri"/>
              </a:rPr>
              <a:t>of</a:t>
            </a:r>
            <a:r>
              <a:rPr sz="2000" b="1" spc="5" dirty="0">
                <a:latin typeface="Calibri"/>
                <a:cs typeface="Calibri"/>
              </a:rPr>
              <a:t> </a:t>
            </a:r>
            <a:r>
              <a:rPr sz="2000" b="1" spc="-5" dirty="0">
                <a:latin typeface="Calibri"/>
                <a:cs typeface="Calibri"/>
              </a:rPr>
              <a:t>a</a:t>
            </a:r>
            <a:r>
              <a:rPr sz="2000" b="1" dirty="0">
                <a:latin typeface="Calibri"/>
                <a:cs typeface="Calibri"/>
              </a:rPr>
              <a:t> </a:t>
            </a:r>
            <a:r>
              <a:rPr sz="2000" b="1" spc="-5" dirty="0">
                <a:latin typeface="Calibri"/>
                <a:cs typeface="Calibri"/>
              </a:rPr>
              <a:t>circle’s radius</a:t>
            </a:r>
            <a:r>
              <a:rPr sz="2000" b="1" spc="-10" dirty="0">
                <a:latin typeface="Calibri"/>
                <a:cs typeface="Calibri"/>
              </a:rPr>
              <a:t> </a:t>
            </a:r>
            <a:r>
              <a:rPr sz="2000" b="1" spc="-5" dirty="0">
                <a:latin typeface="Calibri"/>
                <a:cs typeface="Calibri"/>
              </a:rPr>
              <a:t>in</a:t>
            </a:r>
            <a:r>
              <a:rPr sz="2000" b="1" spc="15" dirty="0">
                <a:latin typeface="Calibri"/>
                <a:cs typeface="Calibri"/>
              </a:rPr>
              <a:t> </a:t>
            </a:r>
            <a:r>
              <a:rPr sz="2000" b="1" spc="-5" dirty="0">
                <a:latin typeface="Calibri"/>
                <a:cs typeface="Calibri"/>
              </a:rPr>
              <a:t>order to</a:t>
            </a:r>
            <a:r>
              <a:rPr sz="2000" b="1" dirty="0">
                <a:latin typeface="Calibri"/>
                <a:cs typeface="Calibri"/>
              </a:rPr>
              <a:t> </a:t>
            </a:r>
            <a:r>
              <a:rPr sz="2000" b="1" spc="-5" dirty="0">
                <a:latin typeface="Calibri"/>
                <a:cs typeface="Calibri"/>
              </a:rPr>
              <a:t>calculate </a:t>
            </a:r>
            <a:r>
              <a:rPr sz="2000" b="1" dirty="0">
                <a:latin typeface="Calibri"/>
                <a:cs typeface="Calibri"/>
              </a:rPr>
              <a:t>its</a:t>
            </a:r>
            <a:r>
              <a:rPr sz="2000" b="1" spc="-5" dirty="0">
                <a:latin typeface="Calibri"/>
                <a:cs typeface="Calibri"/>
              </a:rPr>
              <a:t> area</a:t>
            </a:r>
            <a:r>
              <a:rPr sz="2000" b="1" dirty="0">
                <a:latin typeface="Calibri"/>
                <a:cs typeface="Calibri"/>
              </a:rPr>
              <a:t> </a:t>
            </a:r>
            <a:r>
              <a:rPr sz="2000" b="1" spc="-5" dirty="0">
                <a:latin typeface="Calibri"/>
                <a:cs typeface="Calibri"/>
              </a:rPr>
              <a:t>as</a:t>
            </a:r>
            <a:endParaRPr sz="2000" dirty="0">
              <a:latin typeface="Calibri"/>
              <a:cs typeface="Calibri"/>
            </a:endParaRPr>
          </a:p>
          <a:p>
            <a:pPr marL="469265">
              <a:lnSpc>
                <a:spcPct val="100000"/>
              </a:lnSpc>
              <a:spcBef>
                <a:spcPts val="40"/>
              </a:spcBef>
            </a:pPr>
            <a:r>
              <a:rPr sz="2000" b="1" spc="-5" dirty="0">
                <a:latin typeface="Calibri"/>
                <a:cs typeface="Calibri"/>
              </a:rPr>
              <a:t>shown</a:t>
            </a:r>
            <a:r>
              <a:rPr sz="2000" b="1" spc="-25" dirty="0">
                <a:latin typeface="Calibri"/>
                <a:cs typeface="Calibri"/>
              </a:rPr>
              <a:t> </a:t>
            </a:r>
            <a:r>
              <a:rPr sz="2000" b="1" spc="-5" dirty="0">
                <a:latin typeface="Calibri"/>
                <a:cs typeface="Calibri"/>
              </a:rPr>
              <a:t>in</a:t>
            </a:r>
            <a:r>
              <a:rPr sz="2000" b="1" spc="-20" dirty="0">
                <a:latin typeface="Calibri"/>
                <a:cs typeface="Calibri"/>
              </a:rPr>
              <a:t> </a:t>
            </a:r>
            <a:r>
              <a:rPr sz="2000" b="1" spc="-5" dirty="0">
                <a:latin typeface="Calibri"/>
                <a:cs typeface="Calibri"/>
              </a:rPr>
              <a:t>fig.</a:t>
            </a:r>
            <a:endParaRPr sz="2000" dirty="0">
              <a:latin typeface="Calibri"/>
              <a:cs typeface="Calibri"/>
            </a:endParaRPr>
          </a:p>
        </p:txBody>
      </p:sp>
      <p:sp>
        <p:nvSpPr>
          <p:cNvPr id="10" name="object 3">
            <a:extLst>
              <a:ext uri="{FF2B5EF4-FFF2-40B4-BE49-F238E27FC236}">
                <a16:creationId xmlns:a16="http://schemas.microsoft.com/office/drawing/2014/main" id="{CB77D25D-5911-976E-8CAA-0995B226F715}"/>
              </a:ext>
            </a:extLst>
          </p:cNvPr>
          <p:cNvSpPr txBox="1"/>
          <p:nvPr/>
        </p:nvSpPr>
        <p:spPr>
          <a:xfrm>
            <a:off x="602932" y="3808637"/>
            <a:ext cx="5713095" cy="624786"/>
          </a:xfrm>
          <a:prstGeom prst="rect">
            <a:avLst/>
          </a:prstGeom>
        </p:spPr>
        <p:txBody>
          <a:bodyPr vert="horz" wrap="square" lIns="0" tIns="7620" rIns="0" bIns="0" rtlCol="0">
            <a:spAutoFit/>
          </a:bodyPr>
          <a:lstStyle/>
          <a:p>
            <a:pPr marL="240665" marR="5080" indent="-228600">
              <a:lnSpc>
                <a:spcPct val="101899"/>
              </a:lnSpc>
              <a:spcBef>
                <a:spcPts val="60"/>
              </a:spcBef>
              <a:buFont typeface="Symbol"/>
              <a:buChar char=""/>
              <a:tabLst>
                <a:tab pos="240665" algn="l"/>
                <a:tab pos="241300" algn="l"/>
              </a:tabLst>
            </a:pPr>
            <a:r>
              <a:rPr sz="2000" b="1" spc="-5" dirty="0">
                <a:latin typeface="Calibri"/>
                <a:cs typeface="Calibri"/>
              </a:rPr>
              <a:t>Enter</a:t>
            </a:r>
            <a:r>
              <a:rPr sz="2000" b="1" spc="5" dirty="0">
                <a:latin typeface="Calibri"/>
                <a:cs typeface="Calibri"/>
              </a:rPr>
              <a:t> </a:t>
            </a:r>
            <a:r>
              <a:rPr sz="2000" b="1" spc="-5" dirty="0">
                <a:latin typeface="Calibri"/>
                <a:cs typeface="Calibri"/>
              </a:rPr>
              <a:t>another</a:t>
            </a:r>
            <a:r>
              <a:rPr sz="2000" b="1" spc="5" dirty="0">
                <a:latin typeface="Calibri"/>
                <a:cs typeface="Calibri"/>
              </a:rPr>
              <a:t> </a:t>
            </a:r>
            <a:r>
              <a:rPr sz="2000" b="1" spc="-5" dirty="0">
                <a:latin typeface="Calibri"/>
                <a:cs typeface="Calibri"/>
              </a:rPr>
              <a:t>value</a:t>
            </a:r>
            <a:r>
              <a:rPr sz="2000" b="1" dirty="0">
                <a:latin typeface="Calibri"/>
                <a:cs typeface="Calibri"/>
              </a:rPr>
              <a:t> </a:t>
            </a:r>
            <a:r>
              <a:rPr sz="2000" b="1" spc="-5" dirty="0">
                <a:latin typeface="Calibri"/>
                <a:cs typeface="Calibri"/>
              </a:rPr>
              <a:t>to</a:t>
            </a:r>
            <a:r>
              <a:rPr sz="2000" b="1" spc="5" dirty="0">
                <a:latin typeface="Calibri"/>
                <a:cs typeface="Calibri"/>
              </a:rPr>
              <a:t> </a:t>
            </a:r>
            <a:r>
              <a:rPr sz="2000" b="1" spc="-5" dirty="0">
                <a:latin typeface="Calibri"/>
                <a:cs typeface="Calibri"/>
              </a:rPr>
              <a:t>calculate</a:t>
            </a:r>
            <a:r>
              <a:rPr sz="2000" b="1" spc="5" dirty="0">
                <a:latin typeface="Calibri"/>
                <a:cs typeface="Calibri"/>
              </a:rPr>
              <a:t> </a:t>
            </a:r>
            <a:r>
              <a:rPr sz="2000" b="1" dirty="0">
                <a:latin typeface="Calibri"/>
                <a:cs typeface="Calibri"/>
              </a:rPr>
              <a:t>its </a:t>
            </a:r>
            <a:r>
              <a:rPr sz="2000" b="1" spc="-5" dirty="0">
                <a:latin typeface="Calibri"/>
                <a:cs typeface="Calibri"/>
              </a:rPr>
              <a:t>square</a:t>
            </a:r>
            <a:r>
              <a:rPr sz="2000" b="1" spc="5" dirty="0">
                <a:latin typeface="Calibri"/>
                <a:cs typeface="Calibri"/>
              </a:rPr>
              <a:t> </a:t>
            </a:r>
            <a:r>
              <a:rPr sz="2000" b="1" spc="-10" dirty="0">
                <a:latin typeface="Calibri"/>
                <a:cs typeface="Calibri"/>
              </a:rPr>
              <a:t>root</a:t>
            </a:r>
            <a:r>
              <a:rPr sz="2000" b="1" spc="10" dirty="0">
                <a:latin typeface="Calibri"/>
                <a:cs typeface="Calibri"/>
              </a:rPr>
              <a:t> </a:t>
            </a:r>
            <a:r>
              <a:rPr sz="2000" b="1" spc="-5" dirty="0">
                <a:latin typeface="Calibri"/>
                <a:cs typeface="Calibri"/>
              </a:rPr>
              <a:t>and</a:t>
            </a:r>
            <a:r>
              <a:rPr sz="2000" b="1" spc="10" dirty="0">
                <a:latin typeface="Calibri"/>
                <a:cs typeface="Calibri"/>
              </a:rPr>
              <a:t> </a:t>
            </a:r>
            <a:r>
              <a:rPr sz="2000" b="1" spc="-5" dirty="0">
                <a:latin typeface="Calibri"/>
                <a:cs typeface="Calibri"/>
              </a:rPr>
              <a:t>alert</a:t>
            </a:r>
            <a:r>
              <a:rPr sz="2000" b="1" spc="5" dirty="0">
                <a:latin typeface="Calibri"/>
                <a:cs typeface="Calibri"/>
              </a:rPr>
              <a:t> </a:t>
            </a:r>
            <a:r>
              <a:rPr sz="2000" b="1" spc="-5" dirty="0">
                <a:latin typeface="Calibri"/>
                <a:cs typeface="Calibri"/>
              </a:rPr>
              <a:t>the</a:t>
            </a:r>
            <a:r>
              <a:rPr sz="2000" b="1" spc="5" dirty="0">
                <a:latin typeface="Calibri"/>
                <a:cs typeface="Calibri"/>
              </a:rPr>
              <a:t> </a:t>
            </a:r>
            <a:r>
              <a:rPr sz="2000" b="1" spc="-5" dirty="0">
                <a:latin typeface="Calibri"/>
                <a:cs typeface="Calibri"/>
              </a:rPr>
              <a:t>result </a:t>
            </a:r>
            <a:r>
              <a:rPr sz="2000" b="1" spc="-335" dirty="0">
                <a:latin typeface="Calibri"/>
                <a:cs typeface="Calibri"/>
              </a:rPr>
              <a:t> </a:t>
            </a:r>
            <a:r>
              <a:rPr sz="2000" b="1" spc="-5" dirty="0">
                <a:latin typeface="Calibri"/>
                <a:cs typeface="Calibri"/>
              </a:rPr>
              <a:t>as shown</a:t>
            </a:r>
            <a:r>
              <a:rPr sz="2000" b="1" spc="5" dirty="0">
                <a:latin typeface="Calibri"/>
                <a:cs typeface="Calibri"/>
              </a:rPr>
              <a:t> </a:t>
            </a:r>
            <a:r>
              <a:rPr sz="2000" b="1" spc="-5" dirty="0">
                <a:latin typeface="Calibri"/>
                <a:cs typeface="Calibri"/>
              </a:rPr>
              <a:t>in</a:t>
            </a:r>
            <a:r>
              <a:rPr sz="2000" b="1" dirty="0">
                <a:latin typeface="Calibri"/>
                <a:cs typeface="Calibri"/>
              </a:rPr>
              <a:t> </a:t>
            </a:r>
            <a:r>
              <a:rPr sz="2000" b="1" spc="-10" dirty="0">
                <a:latin typeface="Calibri"/>
                <a:cs typeface="Calibri"/>
              </a:rPr>
              <a:t>fig.</a:t>
            </a:r>
            <a:endParaRPr sz="2000" dirty="0">
              <a:latin typeface="Calibri"/>
              <a:cs typeface="Calibri"/>
            </a:endParaRPr>
          </a:p>
        </p:txBody>
      </p:sp>
      <p:sp>
        <p:nvSpPr>
          <p:cNvPr id="11" name="object 4">
            <a:extLst>
              <a:ext uri="{FF2B5EF4-FFF2-40B4-BE49-F238E27FC236}">
                <a16:creationId xmlns:a16="http://schemas.microsoft.com/office/drawing/2014/main" id="{218687D5-000B-4ACB-F439-27CBE7C60DD2}"/>
              </a:ext>
            </a:extLst>
          </p:cNvPr>
          <p:cNvSpPr txBox="1"/>
          <p:nvPr/>
        </p:nvSpPr>
        <p:spPr>
          <a:xfrm>
            <a:off x="7729653" y="1213882"/>
            <a:ext cx="4042180" cy="938719"/>
          </a:xfrm>
          <a:prstGeom prst="rect">
            <a:avLst/>
          </a:prstGeom>
        </p:spPr>
        <p:txBody>
          <a:bodyPr vert="horz" wrap="square" lIns="0" tIns="7620" rIns="0" bIns="0" rtlCol="0">
            <a:spAutoFit/>
          </a:bodyPr>
          <a:lstStyle/>
          <a:p>
            <a:pPr marL="240665" marR="5080" indent="-228600">
              <a:lnSpc>
                <a:spcPct val="101899"/>
              </a:lnSpc>
              <a:spcBef>
                <a:spcPts val="60"/>
              </a:spcBef>
              <a:buFont typeface="Symbol"/>
              <a:buChar char=""/>
              <a:tabLst>
                <a:tab pos="240665" algn="l"/>
                <a:tab pos="241300" algn="l"/>
              </a:tabLst>
            </a:pPr>
            <a:r>
              <a:rPr sz="2000" b="1" spc="-5" dirty="0">
                <a:latin typeface="Calibri"/>
                <a:cs typeface="Calibri"/>
              </a:rPr>
              <a:t>Enter</a:t>
            </a:r>
            <a:r>
              <a:rPr sz="2000" b="1" dirty="0">
                <a:latin typeface="Calibri"/>
                <a:cs typeface="Calibri"/>
              </a:rPr>
              <a:t> </a:t>
            </a:r>
            <a:r>
              <a:rPr sz="2000" b="1" spc="-5" dirty="0">
                <a:latin typeface="Calibri"/>
                <a:cs typeface="Calibri"/>
              </a:rPr>
              <a:t>an</a:t>
            </a:r>
            <a:r>
              <a:rPr sz="2000" b="1" dirty="0">
                <a:latin typeface="Calibri"/>
                <a:cs typeface="Calibri"/>
              </a:rPr>
              <a:t> </a:t>
            </a:r>
            <a:r>
              <a:rPr sz="2000" b="1" spc="-5" dirty="0">
                <a:latin typeface="Calibri"/>
                <a:cs typeface="Calibri"/>
              </a:rPr>
              <a:t>angle</a:t>
            </a:r>
            <a:r>
              <a:rPr sz="2000" b="1" spc="5" dirty="0">
                <a:latin typeface="Calibri"/>
                <a:cs typeface="Calibri"/>
              </a:rPr>
              <a:t> </a:t>
            </a:r>
            <a:r>
              <a:rPr sz="2000" b="1" spc="-5" dirty="0">
                <a:latin typeface="Calibri"/>
                <a:cs typeface="Calibri"/>
              </a:rPr>
              <a:t>to</a:t>
            </a:r>
            <a:r>
              <a:rPr sz="2000" b="1" spc="5" dirty="0">
                <a:latin typeface="Calibri"/>
                <a:cs typeface="Calibri"/>
              </a:rPr>
              <a:t> </a:t>
            </a:r>
            <a:r>
              <a:rPr sz="2000" b="1" spc="-5" dirty="0">
                <a:latin typeface="Calibri"/>
                <a:cs typeface="Calibri"/>
              </a:rPr>
              <a:t>calculate</a:t>
            </a:r>
            <a:r>
              <a:rPr sz="2000" b="1" dirty="0">
                <a:latin typeface="Calibri"/>
                <a:cs typeface="Calibri"/>
              </a:rPr>
              <a:t> its</a:t>
            </a:r>
            <a:r>
              <a:rPr sz="2000" b="1" spc="-5" dirty="0">
                <a:latin typeface="Calibri"/>
                <a:cs typeface="Calibri"/>
              </a:rPr>
              <a:t> </a:t>
            </a:r>
            <a:r>
              <a:rPr sz="2000" b="1" spc="-10" dirty="0">
                <a:latin typeface="Calibri"/>
                <a:cs typeface="Calibri"/>
              </a:rPr>
              <a:t>cos</a:t>
            </a:r>
            <a:r>
              <a:rPr sz="2000" b="1" spc="-5" dirty="0">
                <a:latin typeface="Calibri"/>
                <a:cs typeface="Calibri"/>
              </a:rPr>
              <a:t> value</a:t>
            </a:r>
            <a:r>
              <a:rPr sz="2000" b="1" dirty="0">
                <a:latin typeface="Calibri"/>
                <a:cs typeface="Calibri"/>
              </a:rPr>
              <a:t> </a:t>
            </a:r>
            <a:r>
              <a:rPr sz="2000" b="1" spc="-5" dirty="0">
                <a:latin typeface="Calibri"/>
                <a:cs typeface="Calibri"/>
              </a:rPr>
              <a:t>then</a:t>
            </a:r>
            <a:r>
              <a:rPr sz="2000" b="1" spc="10" dirty="0">
                <a:latin typeface="Calibri"/>
                <a:cs typeface="Calibri"/>
              </a:rPr>
              <a:t> </a:t>
            </a:r>
            <a:r>
              <a:rPr sz="2000" b="1" spc="-5" dirty="0">
                <a:latin typeface="Calibri"/>
                <a:cs typeface="Calibri"/>
              </a:rPr>
              <a:t>display</a:t>
            </a:r>
            <a:r>
              <a:rPr sz="2000" b="1" spc="5" dirty="0">
                <a:latin typeface="Calibri"/>
                <a:cs typeface="Calibri"/>
              </a:rPr>
              <a:t> </a:t>
            </a:r>
            <a:r>
              <a:rPr sz="2000" b="1" dirty="0">
                <a:latin typeface="Calibri"/>
                <a:cs typeface="Calibri"/>
              </a:rPr>
              <a:t>the</a:t>
            </a:r>
            <a:r>
              <a:rPr sz="2000" b="1" spc="-5" dirty="0">
                <a:latin typeface="Calibri"/>
                <a:cs typeface="Calibri"/>
              </a:rPr>
              <a:t> output</a:t>
            </a:r>
            <a:r>
              <a:rPr sz="2000" b="1" spc="5" dirty="0">
                <a:latin typeface="Calibri"/>
                <a:cs typeface="Calibri"/>
              </a:rPr>
              <a:t> as </a:t>
            </a:r>
            <a:r>
              <a:rPr sz="2000" b="1" spc="-335" dirty="0">
                <a:latin typeface="Calibri"/>
                <a:cs typeface="Calibri"/>
              </a:rPr>
              <a:t> </a:t>
            </a:r>
            <a:r>
              <a:rPr sz="2000" b="1" spc="-5" dirty="0">
                <a:latin typeface="Calibri"/>
                <a:cs typeface="Calibri"/>
              </a:rPr>
              <a:t>shown in</a:t>
            </a:r>
            <a:r>
              <a:rPr sz="2000" b="1" spc="5" dirty="0">
                <a:latin typeface="Calibri"/>
                <a:cs typeface="Calibri"/>
              </a:rPr>
              <a:t> </a:t>
            </a:r>
            <a:r>
              <a:rPr sz="2000" b="1" spc="-5" dirty="0">
                <a:latin typeface="Calibri"/>
                <a:cs typeface="Calibri"/>
              </a:rPr>
              <a:t>Fig.</a:t>
            </a:r>
            <a:endParaRPr sz="2000" dirty="0">
              <a:latin typeface="Calibri"/>
              <a:cs typeface="Calibri"/>
            </a:endParaRPr>
          </a:p>
        </p:txBody>
      </p:sp>
      <p:grpSp>
        <p:nvGrpSpPr>
          <p:cNvPr id="12" name="object 5">
            <a:extLst>
              <a:ext uri="{FF2B5EF4-FFF2-40B4-BE49-F238E27FC236}">
                <a16:creationId xmlns:a16="http://schemas.microsoft.com/office/drawing/2014/main" id="{CF01BCA4-9157-1E8F-F48C-AB76A3C48B1D}"/>
              </a:ext>
            </a:extLst>
          </p:cNvPr>
          <p:cNvGrpSpPr/>
          <p:nvPr/>
        </p:nvGrpSpPr>
        <p:grpSpPr>
          <a:xfrm>
            <a:off x="4068064" y="4739896"/>
            <a:ext cx="3321685" cy="1343025"/>
            <a:chOff x="4063301" y="4312348"/>
            <a:chExt cx="3321685" cy="1343025"/>
          </a:xfrm>
        </p:grpSpPr>
        <p:pic>
          <p:nvPicPr>
            <p:cNvPr id="13" name="object 6">
              <a:extLst>
                <a:ext uri="{FF2B5EF4-FFF2-40B4-BE49-F238E27FC236}">
                  <a16:creationId xmlns:a16="http://schemas.microsoft.com/office/drawing/2014/main" id="{CA35640B-BEA5-7020-1219-88547C5C6C1B}"/>
                </a:ext>
              </a:extLst>
            </p:cNvPr>
            <p:cNvPicPr/>
            <p:nvPr/>
          </p:nvPicPr>
          <p:blipFill>
            <a:blip r:embed="rId3" cstate="print"/>
            <a:stretch>
              <a:fillRect/>
            </a:stretch>
          </p:blipFill>
          <p:spPr>
            <a:xfrm>
              <a:off x="4072890" y="4569459"/>
              <a:ext cx="3302635" cy="1076325"/>
            </a:xfrm>
            <a:prstGeom prst="rect">
              <a:avLst/>
            </a:prstGeom>
          </p:spPr>
        </p:pic>
        <p:sp>
          <p:nvSpPr>
            <p:cNvPr id="14" name="object 7">
              <a:extLst>
                <a:ext uri="{FF2B5EF4-FFF2-40B4-BE49-F238E27FC236}">
                  <a16:creationId xmlns:a16="http://schemas.microsoft.com/office/drawing/2014/main" id="{819F600F-952D-9A3A-C0E9-38DE8C56C726}"/>
                </a:ext>
              </a:extLst>
            </p:cNvPr>
            <p:cNvSpPr/>
            <p:nvPr/>
          </p:nvSpPr>
          <p:spPr>
            <a:xfrm>
              <a:off x="4068064" y="4317110"/>
              <a:ext cx="3312160" cy="1333500"/>
            </a:xfrm>
            <a:custGeom>
              <a:avLst/>
              <a:gdLst/>
              <a:ahLst/>
              <a:cxnLst/>
              <a:rect l="l" t="t" r="r" b="b"/>
              <a:pathLst>
                <a:path w="3312159" h="1333500">
                  <a:moveTo>
                    <a:pt x="0" y="1333500"/>
                  </a:moveTo>
                  <a:lnTo>
                    <a:pt x="3312160" y="1333500"/>
                  </a:lnTo>
                  <a:lnTo>
                    <a:pt x="3312160" y="0"/>
                  </a:lnTo>
                  <a:lnTo>
                    <a:pt x="0" y="0"/>
                  </a:lnTo>
                  <a:lnTo>
                    <a:pt x="0" y="1333500"/>
                  </a:lnTo>
                  <a:close/>
                </a:path>
              </a:pathLst>
            </a:custGeom>
            <a:ln w="9525">
              <a:solidFill>
                <a:srgbClr val="6F2F9F"/>
              </a:solidFill>
            </a:ln>
          </p:spPr>
          <p:txBody>
            <a:bodyPr wrap="square" lIns="0" tIns="0" rIns="0" bIns="0" rtlCol="0"/>
            <a:lstStyle/>
            <a:p>
              <a:endParaRPr/>
            </a:p>
          </p:txBody>
        </p:sp>
      </p:grpSp>
      <p:grpSp>
        <p:nvGrpSpPr>
          <p:cNvPr id="15" name="object 8">
            <a:extLst>
              <a:ext uri="{FF2B5EF4-FFF2-40B4-BE49-F238E27FC236}">
                <a16:creationId xmlns:a16="http://schemas.microsoft.com/office/drawing/2014/main" id="{D6A127BF-072A-1C7A-F48C-A5FE5C03BF88}"/>
              </a:ext>
            </a:extLst>
          </p:cNvPr>
          <p:cNvGrpSpPr/>
          <p:nvPr/>
        </p:nvGrpSpPr>
        <p:grpSpPr>
          <a:xfrm>
            <a:off x="593407" y="4607181"/>
            <a:ext cx="3253104" cy="1520190"/>
            <a:chOff x="588644" y="4179633"/>
            <a:chExt cx="3253104" cy="1520190"/>
          </a:xfrm>
        </p:grpSpPr>
        <p:pic>
          <p:nvPicPr>
            <p:cNvPr id="16" name="object 9">
              <a:extLst>
                <a:ext uri="{FF2B5EF4-FFF2-40B4-BE49-F238E27FC236}">
                  <a16:creationId xmlns:a16="http://schemas.microsoft.com/office/drawing/2014/main" id="{343D77B3-A5B4-C658-F8E2-B5EB9455D3D7}"/>
                </a:ext>
              </a:extLst>
            </p:cNvPr>
            <p:cNvPicPr/>
            <p:nvPr/>
          </p:nvPicPr>
          <p:blipFill>
            <a:blip r:embed="rId4" cstate="print"/>
            <a:stretch>
              <a:fillRect/>
            </a:stretch>
          </p:blipFill>
          <p:spPr>
            <a:xfrm>
              <a:off x="598169" y="4389884"/>
              <a:ext cx="3234055" cy="1300350"/>
            </a:xfrm>
            <a:prstGeom prst="rect">
              <a:avLst/>
            </a:prstGeom>
          </p:spPr>
        </p:pic>
        <p:sp>
          <p:nvSpPr>
            <p:cNvPr id="17" name="object 10">
              <a:extLst>
                <a:ext uri="{FF2B5EF4-FFF2-40B4-BE49-F238E27FC236}">
                  <a16:creationId xmlns:a16="http://schemas.microsoft.com/office/drawing/2014/main" id="{081E32C4-016F-4162-C3C0-C43B513FA271}"/>
                </a:ext>
              </a:extLst>
            </p:cNvPr>
            <p:cNvSpPr/>
            <p:nvPr/>
          </p:nvSpPr>
          <p:spPr>
            <a:xfrm>
              <a:off x="593407" y="4184396"/>
              <a:ext cx="3243580" cy="1510665"/>
            </a:xfrm>
            <a:custGeom>
              <a:avLst/>
              <a:gdLst/>
              <a:ahLst/>
              <a:cxnLst/>
              <a:rect l="l" t="t" r="r" b="b"/>
              <a:pathLst>
                <a:path w="3243579" h="1510664">
                  <a:moveTo>
                    <a:pt x="0" y="1510664"/>
                  </a:moveTo>
                  <a:lnTo>
                    <a:pt x="3243580" y="1510664"/>
                  </a:lnTo>
                  <a:lnTo>
                    <a:pt x="3243580" y="0"/>
                  </a:lnTo>
                  <a:lnTo>
                    <a:pt x="0" y="0"/>
                  </a:lnTo>
                  <a:lnTo>
                    <a:pt x="0" y="1510664"/>
                  </a:lnTo>
                  <a:close/>
                </a:path>
              </a:pathLst>
            </a:custGeom>
            <a:ln w="9525">
              <a:solidFill>
                <a:srgbClr val="6F2F9F"/>
              </a:solidFill>
            </a:ln>
          </p:spPr>
          <p:txBody>
            <a:bodyPr wrap="square" lIns="0" tIns="0" rIns="0" bIns="0" rtlCol="0"/>
            <a:lstStyle/>
            <a:p>
              <a:endParaRPr/>
            </a:p>
          </p:txBody>
        </p:sp>
      </p:grpSp>
      <p:grpSp>
        <p:nvGrpSpPr>
          <p:cNvPr id="18" name="object 11">
            <a:extLst>
              <a:ext uri="{FF2B5EF4-FFF2-40B4-BE49-F238E27FC236}">
                <a16:creationId xmlns:a16="http://schemas.microsoft.com/office/drawing/2014/main" id="{F00C9CB0-9CD0-194A-EE53-413E0FBCAF3C}"/>
              </a:ext>
            </a:extLst>
          </p:cNvPr>
          <p:cNvGrpSpPr/>
          <p:nvPr/>
        </p:nvGrpSpPr>
        <p:grpSpPr>
          <a:xfrm>
            <a:off x="3220719" y="1909254"/>
            <a:ext cx="3321685" cy="1397635"/>
            <a:chOff x="3469576" y="1863153"/>
            <a:chExt cx="3321685" cy="1397635"/>
          </a:xfrm>
        </p:grpSpPr>
        <p:pic>
          <p:nvPicPr>
            <p:cNvPr id="19" name="object 12">
              <a:extLst>
                <a:ext uri="{FF2B5EF4-FFF2-40B4-BE49-F238E27FC236}">
                  <a16:creationId xmlns:a16="http://schemas.microsoft.com/office/drawing/2014/main" id="{8F5308D7-DB0E-AE66-BCA1-EAC743A6049F}"/>
                </a:ext>
              </a:extLst>
            </p:cNvPr>
            <p:cNvPicPr/>
            <p:nvPr/>
          </p:nvPicPr>
          <p:blipFill>
            <a:blip r:embed="rId5" cstate="print"/>
            <a:stretch>
              <a:fillRect/>
            </a:stretch>
          </p:blipFill>
          <p:spPr>
            <a:xfrm>
              <a:off x="3479165" y="1872742"/>
              <a:ext cx="3302635" cy="1378584"/>
            </a:xfrm>
            <a:prstGeom prst="rect">
              <a:avLst/>
            </a:prstGeom>
          </p:spPr>
        </p:pic>
        <p:sp>
          <p:nvSpPr>
            <p:cNvPr id="20" name="object 13">
              <a:extLst>
                <a:ext uri="{FF2B5EF4-FFF2-40B4-BE49-F238E27FC236}">
                  <a16:creationId xmlns:a16="http://schemas.microsoft.com/office/drawing/2014/main" id="{2056BD2B-D686-E3BC-DCFF-6DEA3F8A6704}"/>
                </a:ext>
              </a:extLst>
            </p:cNvPr>
            <p:cNvSpPr/>
            <p:nvPr/>
          </p:nvSpPr>
          <p:spPr>
            <a:xfrm>
              <a:off x="3474339" y="1867916"/>
              <a:ext cx="3312160" cy="1388110"/>
            </a:xfrm>
            <a:custGeom>
              <a:avLst/>
              <a:gdLst/>
              <a:ahLst/>
              <a:cxnLst/>
              <a:rect l="l" t="t" r="r" b="b"/>
              <a:pathLst>
                <a:path w="3312159" h="1388110">
                  <a:moveTo>
                    <a:pt x="0" y="1388109"/>
                  </a:moveTo>
                  <a:lnTo>
                    <a:pt x="3312160" y="1388109"/>
                  </a:lnTo>
                  <a:lnTo>
                    <a:pt x="3312160" y="0"/>
                  </a:lnTo>
                  <a:lnTo>
                    <a:pt x="0" y="0"/>
                  </a:lnTo>
                  <a:lnTo>
                    <a:pt x="0" y="1388109"/>
                  </a:lnTo>
                  <a:close/>
                </a:path>
              </a:pathLst>
            </a:custGeom>
            <a:ln w="9525">
              <a:solidFill>
                <a:srgbClr val="6F2F9F"/>
              </a:solidFill>
            </a:ln>
          </p:spPr>
          <p:txBody>
            <a:bodyPr wrap="square" lIns="0" tIns="0" rIns="0" bIns="0" rtlCol="0"/>
            <a:lstStyle/>
            <a:p>
              <a:endParaRPr/>
            </a:p>
          </p:txBody>
        </p:sp>
      </p:grpSp>
      <p:grpSp>
        <p:nvGrpSpPr>
          <p:cNvPr id="21" name="object 14">
            <a:extLst>
              <a:ext uri="{FF2B5EF4-FFF2-40B4-BE49-F238E27FC236}">
                <a16:creationId xmlns:a16="http://schemas.microsoft.com/office/drawing/2014/main" id="{9A1C8101-2DCD-0533-67F8-991A7569AEE7}"/>
              </a:ext>
            </a:extLst>
          </p:cNvPr>
          <p:cNvGrpSpPr/>
          <p:nvPr/>
        </p:nvGrpSpPr>
        <p:grpSpPr>
          <a:xfrm>
            <a:off x="593407" y="1902720"/>
            <a:ext cx="2366645" cy="1383665"/>
            <a:chOff x="863600" y="1873948"/>
            <a:chExt cx="2366645" cy="1383665"/>
          </a:xfrm>
        </p:grpSpPr>
        <p:pic>
          <p:nvPicPr>
            <p:cNvPr id="22" name="object 15">
              <a:extLst>
                <a:ext uri="{FF2B5EF4-FFF2-40B4-BE49-F238E27FC236}">
                  <a16:creationId xmlns:a16="http://schemas.microsoft.com/office/drawing/2014/main" id="{6AEB22C5-2D2B-4A45-1C5A-40F5BCFA93EF}"/>
                </a:ext>
              </a:extLst>
            </p:cNvPr>
            <p:cNvPicPr/>
            <p:nvPr/>
          </p:nvPicPr>
          <p:blipFill>
            <a:blip r:embed="rId6" cstate="print"/>
            <a:stretch>
              <a:fillRect/>
            </a:stretch>
          </p:blipFill>
          <p:spPr>
            <a:xfrm>
              <a:off x="873125" y="1883536"/>
              <a:ext cx="2347595" cy="1364615"/>
            </a:xfrm>
            <a:prstGeom prst="rect">
              <a:avLst/>
            </a:prstGeom>
          </p:spPr>
        </p:pic>
        <p:sp>
          <p:nvSpPr>
            <p:cNvPr id="23" name="object 16">
              <a:extLst>
                <a:ext uri="{FF2B5EF4-FFF2-40B4-BE49-F238E27FC236}">
                  <a16:creationId xmlns:a16="http://schemas.microsoft.com/office/drawing/2014/main" id="{5149DC0C-A0DB-8812-2F8E-D4EBF14A3AA9}"/>
                </a:ext>
              </a:extLst>
            </p:cNvPr>
            <p:cNvSpPr/>
            <p:nvPr/>
          </p:nvSpPr>
          <p:spPr>
            <a:xfrm>
              <a:off x="868362" y="1878710"/>
              <a:ext cx="2357120" cy="1374140"/>
            </a:xfrm>
            <a:custGeom>
              <a:avLst/>
              <a:gdLst/>
              <a:ahLst/>
              <a:cxnLst/>
              <a:rect l="l" t="t" r="r" b="b"/>
              <a:pathLst>
                <a:path w="2357120" h="1374139">
                  <a:moveTo>
                    <a:pt x="0" y="1374140"/>
                  </a:moveTo>
                  <a:lnTo>
                    <a:pt x="2357120" y="1374140"/>
                  </a:lnTo>
                  <a:lnTo>
                    <a:pt x="2357120" y="0"/>
                  </a:lnTo>
                  <a:lnTo>
                    <a:pt x="0" y="0"/>
                  </a:lnTo>
                  <a:lnTo>
                    <a:pt x="0" y="1374140"/>
                  </a:lnTo>
                  <a:close/>
                </a:path>
              </a:pathLst>
            </a:custGeom>
            <a:ln w="9525">
              <a:solidFill>
                <a:srgbClr val="6F2F9F"/>
              </a:solidFill>
            </a:ln>
          </p:spPr>
          <p:txBody>
            <a:bodyPr wrap="square" lIns="0" tIns="0" rIns="0" bIns="0" rtlCol="0"/>
            <a:lstStyle/>
            <a:p>
              <a:endParaRPr/>
            </a:p>
          </p:txBody>
        </p:sp>
      </p:grpSp>
      <p:pic>
        <p:nvPicPr>
          <p:cNvPr id="24" name="object 20">
            <a:extLst>
              <a:ext uri="{FF2B5EF4-FFF2-40B4-BE49-F238E27FC236}">
                <a16:creationId xmlns:a16="http://schemas.microsoft.com/office/drawing/2014/main" id="{D2195427-645E-32CF-2EC1-CE5397EFA30F}"/>
              </a:ext>
            </a:extLst>
          </p:cNvPr>
          <p:cNvPicPr/>
          <p:nvPr/>
        </p:nvPicPr>
        <p:blipFill>
          <a:blip r:embed="rId7" cstate="print"/>
          <a:stretch>
            <a:fillRect/>
          </a:stretch>
        </p:blipFill>
        <p:spPr>
          <a:xfrm>
            <a:off x="7902893" y="2397822"/>
            <a:ext cx="3695700" cy="2933699"/>
          </a:xfrm>
          <a:prstGeom prst="rect">
            <a:avLst/>
          </a:prstGeom>
        </p:spPr>
      </p:pic>
    </p:spTree>
    <p:extLst>
      <p:ext uri="{BB962C8B-B14F-4D97-AF65-F5344CB8AC3E}">
        <p14:creationId xmlns:p14="http://schemas.microsoft.com/office/powerpoint/2010/main" val="4188822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8026671" cy="380695"/>
          </a:xfrm>
          <a:prstGeom prst="rect">
            <a:avLst/>
          </a:prstGeom>
        </p:spPr>
        <p:txBody>
          <a:bodyPr vert="horz" wrap="square" lIns="0" tIns="7316" rIns="0" bIns="0" rtlCol="0">
            <a:spAutoFit/>
          </a:bodyPr>
          <a:lstStyle/>
          <a:p>
            <a:pPr marL="7701">
              <a:spcBef>
                <a:spcPts val="58"/>
              </a:spcBef>
              <a:tabLst>
                <a:tab pos="1210641" algn="l"/>
                <a:tab pos="2864876" algn="l"/>
                <a:tab pos="4119415" algn="l"/>
                <a:tab pos="4757081" algn="l"/>
                <a:tab pos="5378189" algn="l"/>
                <a:tab pos="7131385" algn="l"/>
              </a:tabLst>
            </a:pPr>
            <a:r>
              <a:rPr lang="en-US" sz="2426" dirty="0"/>
              <a:t>TASKS</a:t>
            </a:r>
            <a:endParaRPr sz="2426" dirty="0"/>
          </a:p>
        </p:txBody>
      </p:sp>
      <p:sp>
        <p:nvSpPr>
          <p:cNvPr id="5" name="Rectangle 4">
            <a:extLst>
              <a:ext uri="{FF2B5EF4-FFF2-40B4-BE49-F238E27FC236}">
                <a16:creationId xmlns:a16="http://schemas.microsoft.com/office/drawing/2014/main" id="{C2C3C756-9445-43D2-9C3D-EBEC6F9D7A2B}"/>
              </a:ext>
            </a:extLst>
          </p:cNvPr>
          <p:cNvSpPr/>
          <p:nvPr/>
        </p:nvSpPr>
        <p:spPr>
          <a:xfrm>
            <a:off x="147637" y="1086309"/>
            <a:ext cx="11668125" cy="777777"/>
          </a:xfrm>
          <a:prstGeom prst="rect">
            <a:avLst/>
          </a:prstGeom>
        </p:spPr>
        <p:txBody>
          <a:bodyPr wrap="square">
            <a:spAutoFit/>
          </a:bodyPr>
          <a:lstStyle/>
          <a:p>
            <a:pPr lvl="0" algn="just">
              <a:lnSpc>
                <a:spcPct val="115000"/>
              </a:lnSpc>
              <a:spcAft>
                <a:spcPts val="1000"/>
              </a:spcAft>
            </a:pPr>
            <a:r>
              <a:rPr lang="en-US" sz="2000" dirty="0">
                <a:latin typeface="Times New Roman" panose="02020603050405020304" pitchFamily="18" charset="0"/>
                <a:ea typeface="Calibri" panose="020F0502020204030204" pitchFamily="34" charset="0"/>
                <a:cs typeface="Arial" panose="020B0604020202020204" pitchFamily="34" charset="0"/>
              </a:rPr>
              <a:t>2. Write a function that takes 2 parameters: start and end number and print odd numbers between the given 2 numbers.</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BA254CB6-6495-4702-91C0-09F05758A5D6}"/>
              </a:ext>
            </a:extLst>
          </p:cNvPr>
          <p:cNvSpPr/>
          <p:nvPr/>
        </p:nvSpPr>
        <p:spPr>
          <a:xfrm>
            <a:off x="147638" y="2478896"/>
            <a:ext cx="11668124" cy="777777"/>
          </a:xfrm>
          <a:prstGeom prst="rect">
            <a:avLst/>
          </a:prstGeom>
        </p:spPr>
        <p:txBody>
          <a:bodyPr wrap="square">
            <a:spAutoFit/>
          </a:bodyPr>
          <a:lstStyle/>
          <a:p>
            <a:pPr lvl="0" algn="just">
              <a:lnSpc>
                <a:spcPct val="115000"/>
              </a:lnSpc>
              <a:spcAft>
                <a:spcPts val="1000"/>
              </a:spcAft>
            </a:pPr>
            <a:r>
              <a:rPr lang="en-US" sz="2000" dirty="0">
                <a:latin typeface="Times New Roman" panose="02020603050405020304" pitchFamily="18" charset="0"/>
                <a:ea typeface="Calibri" panose="020F0502020204030204" pitchFamily="34" charset="0"/>
                <a:cs typeface="Arial" panose="020B0604020202020204" pitchFamily="34" charset="0"/>
              </a:rPr>
              <a:t>3. Create array that contain some tips about JavaScript (Array of 10 strings, each string is tip about JS), and show random tip for the user each time he opens the page "Tip of the day". </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4476EF46-28B7-4103-9200-A39C65C8B2A9}"/>
              </a:ext>
            </a:extLst>
          </p:cNvPr>
          <p:cNvSpPr/>
          <p:nvPr/>
        </p:nvSpPr>
        <p:spPr>
          <a:xfrm>
            <a:off x="147637" y="4225426"/>
            <a:ext cx="11668123" cy="1131720"/>
          </a:xfrm>
          <a:prstGeom prst="rect">
            <a:avLst/>
          </a:prstGeom>
        </p:spPr>
        <p:txBody>
          <a:bodyPr wrap="square">
            <a:spAutoFit/>
          </a:bodyPr>
          <a:lstStyle/>
          <a:p>
            <a:pPr lvl="0" algn="just">
              <a:lnSpc>
                <a:spcPct val="115000"/>
              </a:lnSpc>
              <a:spcAft>
                <a:spcPts val="1000"/>
              </a:spcAft>
            </a:pPr>
            <a:r>
              <a:rPr lang="en-US" sz="2000" dirty="0">
                <a:latin typeface="Times New Roman" panose="02020603050405020304" pitchFamily="18" charset="0"/>
                <a:ea typeface="Calibri" panose="020F0502020204030204" pitchFamily="34" charset="0"/>
                <a:cs typeface="Arial" panose="020B0604020202020204" pitchFamily="34" charset="0"/>
              </a:rPr>
              <a:t>4. Make a prompt on a page, ask user to enter math expression (Ex. 3+4*5/10*8), and then pass this expression (user input) to a function that take one parameter and execute this expression and then show the result of this expression for the user in an alert in that format: (You entered: 3+4*5, and the result is: 23). </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75691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8026671" cy="380695"/>
          </a:xfrm>
          <a:prstGeom prst="rect">
            <a:avLst/>
          </a:prstGeom>
        </p:spPr>
        <p:txBody>
          <a:bodyPr vert="horz" wrap="square" lIns="0" tIns="7316" rIns="0" bIns="0" rtlCol="0">
            <a:spAutoFit/>
          </a:bodyPr>
          <a:lstStyle/>
          <a:p>
            <a:pPr marL="7701">
              <a:spcBef>
                <a:spcPts val="58"/>
              </a:spcBef>
              <a:tabLst>
                <a:tab pos="1210641" algn="l"/>
                <a:tab pos="2864876" algn="l"/>
                <a:tab pos="4119415" algn="l"/>
                <a:tab pos="4757081" algn="l"/>
                <a:tab pos="5378189" algn="l"/>
                <a:tab pos="7131385" algn="l"/>
              </a:tabLst>
            </a:pPr>
            <a:r>
              <a:rPr lang="en-US" sz="2426" dirty="0"/>
              <a:t>TASKS</a:t>
            </a:r>
            <a:endParaRPr sz="2426" dirty="0"/>
          </a:p>
        </p:txBody>
      </p:sp>
      <p:sp>
        <p:nvSpPr>
          <p:cNvPr id="4" name="Rectangle 3">
            <a:extLst>
              <a:ext uri="{FF2B5EF4-FFF2-40B4-BE49-F238E27FC236}">
                <a16:creationId xmlns:a16="http://schemas.microsoft.com/office/drawing/2014/main" id="{10CAE29D-E2CA-4DA8-ACFB-4BF673569C51}"/>
              </a:ext>
            </a:extLst>
          </p:cNvPr>
          <p:cNvSpPr/>
          <p:nvPr/>
        </p:nvSpPr>
        <p:spPr>
          <a:xfrm>
            <a:off x="345334" y="1249347"/>
            <a:ext cx="11441853" cy="3255378"/>
          </a:xfrm>
          <a:prstGeom prst="rect">
            <a:avLst/>
          </a:prstGeom>
        </p:spPr>
        <p:txBody>
          <a:bodyPr wrap="square">
            <a:spAutoFit/>
          </a:bodyPr>
          <a:lstStyle/>
          <a:p>
            <a:pPr marR="0" lvl="0" algn="just">
              <a:lnSpc>
                <a:spcPct val="115000"/>
              </a:lnSpc>
              <a:spcBef>
                <a:spcPts val="0"/>
              </a:spcBef>
              <a:spcAft>
                <a:spcPts val="0"/>
              </a:spcAft>
            </a:pPr>
            <a:r>
              <a:rPr lang="en-US" sz="2000" dirty="0">
                <a:latin typeface="Times New Roman" panose="02020603050405020304" pitchFamily="18" charset="0"/>
                <a:ea typeface="Calibri" panose="020F0502020204030204" pitchFamily="34" charset="0"/>
                <a:cs typeface="Arial" panose="020B0604020202020204" pitchFamily="34" charset="0"/>
              </a:rPr>
              <a:t>5. Create an array of objects that hold student name along with his degree (Each element of the array is an object has 2 properties: Name and Degree).</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Find </a:t>
            </a:r>
            <a:r>
              <a:rPr lang="en-US" sz="2000" b="1" dirty="0">
                <a:latin typeface="Times New Roman" panose="02020603050405020304" pitchFamily="18" charset="0"/>
                <a:ea typeface="Calibri" panose="020F0502020204030204" pitchFamily="34" charset="0"/>
                <a:cs typeface="Arial" panose="020B0604020202020204" pitchFamily="34" charset="0"/>
              </a:rPr>
              <a:t>student Name</a:t>
            </a:r>
            <a:r>
              <a:rPr lang="en-US" sz="2000" dirty="0">
                <a:latin typeface="Times New Roman" panose="02020603050405020304" pitchFamily="18" charset="0"/>
                <a:ea typeface="Calibri" panose="020F0502020204030204" pitchFamily="34" charset="0"/>
                <a:cs typeface="Arial" panose="020B0604020202020204" pitchFamily="34" charset="0"/>
              </a:rPr>
              <a:t>, who got degree between 90 and 100 [Use find()].</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Print </a:t>
            </a:r>
            <a:r>
              <a:rPr lang="en-US" sz="2000" b="1" dirty="0">
                <a:latin typeface="Times New Roman" panose="02020603050405020304" pitchFamily="18" charset="0"/>
                <a:ea typeface="Calibri" panose="020F0502020204030204" pitchFamily="34" charset="0"/>
                <a:cs typeface="Arial" panose="020B0604020202020204" pitchFamily="34" charset="0"/>
              </a:rPr>
              <a:t>students names</a:t>
            </a:r>
            <a:r>
              <a:rPr lang="en-US" sz="2000" dirty="0">
                <a:latin typeface="Times New Roman" panose="02020603050405020304" pitchFamily="18" charset="0"/>
                <a:ea typeface="Calibri" panose="020F0502020204030204" pitchFamily="34" charset="0"/>
                <a:cs typeface="Arial" panose="020B0604020202020204" pitchFamily="34" charset="0"/>
              </a:rPr>
              <a:t>, who got a degree less than 60 [Use filter()].</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Add a new student to the array [Use push()],()], and then use for…in to print all elements of the array.</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Remove the last student of the array [Use pop()], and then use for…of to print all elements of the array.</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2000" dirty="0">
                <a:latin typeface="Times New Roman" panose="02020603050405020304" pitchFamily="18" charset="0"/>
                <a:ea typeface="Calibri" panose="020F0502020204030204" pitchFamily="34" charset="0"/>
                <a:cs typeface="Arial" panose="020B0604020202020204" pitchFamily="34" charset="0"/>
              </a:rPr>
              <a:t>Sort the array alphabetically based on the student name. </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0"/>
              </a:spcAft>
              <a:buFont typeface="+mj-lt"/>
              <a:buAutoNum type="alphaLcPeriod"/>
            </a:pPr>
            <a:r>
              <a:rPr lang="en-US" sz="2000" dirty="0">
                <a:solidFill>
                  <a:srgbClr val="FF0000"/>
                </a:solidFill>
                <a:latin typeface="Times New Roman" panose="02020603050405020304" pitchFamily="18" charset="0"/>
                <a:ea typeface="Calibri" panose="020F0502020204030204" pitchFamily="34" charset="0"/>
                <a:cs typeface="Arial" panose="020B0604020202020204" pitchFamily="34" charset="0"/>
              </a:rPr>
              <a:t>Use splice() function to add 2 new students after the second element of the array [Bonus].</a:t>
            </a:r>
            <a:endParaRPr lang="en-US" sz="20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gn="just">
              <a:lnSpc>
                <a:spcPct val="115000"/>
              </a:lnSpc>
              <a:spcBef>
                <a:spcPts val="0"/>
              </a:spcBef>
              <a:spcAft>
                <a:spcPts val="1000"/>
              </a:spcAft>
              <a:buFont typeface="+mj-lt"/>
              <a:buAutoNum type="alphaLcPeriod"/>
            </a:pPr>
            <a:r>
              <a:rPr lang="en-US" sz="2000" dirty="0">
                <a:solidFill>
                  <a:srgbClr val="FF0000"/>
                </a:solidFill>
                <a:latin typeface="Times New Roman" panose="02020603050405020304" pitchFamily="18" charset="0"/>
                <a:ea typeface="Calibri" panose="020F0502020204030204" pitchFamily="34" charset="0"/>
                <a:cs typeface="Arial" panose="020B0604020202020204" pitchFamily="34" charset="0"/>
              </a:rPr>
              <a:t>Use splice() function to remove 1 student after the third element in the array [Bonus].</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55486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 y="0"/>
            <a:ext cx="12191144" cy="825442"/>
          </a:xfrm>
          <a:prstGeom prst="rect">
            <a:avLst/>
          </a:prstGeom>
        </p:spPr>
      </p:pic>
      <p:sp>
        <p:nvSpPr>
          <p:cNvPr id="3" name="object 3"/>
          <p:cNvSpPr txBox="1">
            <a:spLocks noGrp="1"/>
          </p:cNvSpPr>
          <p:nvPr>
            <p:ph type="title"/>
          </p:nvPr>
        </p:nvSpPr>
        <p:spPr>
          <a:xfrm>
            <a:off x="366275" y="157387"/>
            <a:ext cx="8026671" cy="380695"/>
          </a:xfrm>
          <a:prstGeom prst="rect">
            <a:avLst/>
          </a:prstGeom>
        </p:spPr>
        <p:txBody>
          <a:bodyPr vert="horz" wrap="square" lIns="0" tIns="7316" rIns="0" bIns="0" rtlCol="0">
            <a:spAutoFit/>
          </a:bodyPr>
          <a:lstStyle/>
          <a:p>
            <a:pPr marL="7701">
              <a:spcBef>
                <a:spcPts val="58"/>
              </a:spcBef>
              <a:tabLst>
                <a:tab pos="1210641" algn="l"/>
                <a:tab pos="2864876" algn="l"/>
                <a:tab pos="4119415" algn="l"/>
                <a:tab pos="4757081" algn="l"/>
                <a:tab pos="5378189" algn="l"/>
                <a:tab pos="7131385" algn="l"/>
              </a:tabLst>
            </a:pPr>
            <a:r>
              <a:rPr lang="en-US" sz="2426" dirty="0"/>
              <a:t>TASKS</a:t>
            </a:r>
            <a:endParaRPr sz="2426" dirty="0"/>
          </a:p>
        </p:txBody>
      </p:sp>
      <p:pic>
        <p:nvPicPr>
          <p:cNvPr id="6" name="Picture 5">
            <a:extLst>
              <a:ext uri="{FF2B5EF4-FFF2-40B4-BE49-F238E27FC236}">
                <a16:creationId xmlns:a16="http://schemas.microsoft.com/office/drawing/2014/main" id="{03F18309-CB3D-4445-912C-0A6790494D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825442"/>
            <a:ext cx="12191144" cy="6032558"/>
          </a:xfrm>
          <a:prstGeom prst="rect">
            <a:avLst/>
          </a:prstGeom>
        </p:spPr>
      </p:pic>
    </p:spTree>
    <p:extLst>
      <p:ext uri="{BB962C8B-B14F-4D97-AF65-F5344CB8AC3E}">
        <p14:creationId xmlns:p14="http://schemas.microsoft.com/office/powerpoint/2010/main" val="121853194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927</TotalTime>
  <Words>367</Words>
  <Application>Microsoft Office PowerPoint</Application>
  <PresentationFormat>Widescreen</PresentationFormat>
  <Paragraphs>25</Paragraphs>
  <Slides>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Berlin Sans FB</vt:lpstr>
      <vt:lpstr>Calibri</vt:lpstr>
      <vt:lpstr>Symbol</vt:lpstr>
      <vt:lpstr>Times New Roman</vt:lpstr>
      <vt:lpstr>1_Office Theme</vt:lpstr>
      <vt:lpstr>PowerPoint Presentation</vt:lpstr>
      <vt:lpstr>TASKS</vt:lpstr>
      <vt:lpstr>TASKS</vt:lpstr>
      <vt:lpstr>TASKS</vt:lpstr>
      <vt:lpstr>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Ryhab Farouq</dc:creator>
  <cp:lastModifiedBy>Ryhab Farouq</cp:lastModifiedBy>
  <cp:revision>18</cp:revision>
  <dcterms:created xsi:type="dcterms:W3CDTF">2023-03-17T11:25:56Z</dcterms:created>
  <dcterms:modified xsi:type="dcterms:W3CDTF">2025-12-09T09:50:34Z</dcterms:modified>
</cp:coreProperties>
</file>